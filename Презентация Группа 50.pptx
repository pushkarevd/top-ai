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3" r:id="rId4"/>
    <p:sldId id="264" r:id="rId5"/>
    <p:sldId id="258" r:id="rId6"/>
    <p:sldId id="265" r:id="rId7"/>
    <p:sldId id="266" r:id="rId8"/>
    <p:sldId id="267" r:id="rId9"/>
    <p:sldId id="268" r:id="rId10"/>
    <p:sldId id="261" r:id="rId11"/>
    <p:sldId id="269" r:id="rId12"/>
    <p:sldId id="270" r:id="rId13"/>
    <p:sldId id="262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189"/>
    <a:srgbClr val="CCD2D8"/>
    <a:srgbClr val="2B7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32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9CB17B-57E1-4EC4-8A81-ACDCBEC93DFD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F521637-3673-4FC2-B3B4-86637A42ED06}">
      <dgm:prSet phldrT="[Текст]"/>
      <dgm:spPr/>
      <dgm:t>
        <a:bodyPr/>
        <a:lstStyle/>
        <a:p>
          <a:r>
            <a:rPr lang="ru-RU" dirty="0"/>
            <a:t>1.</a:t>
          </a:r>
        </a:p>
      </dgm:t>
    </dgm:pt>
    <dgm:pt modelId="{45BA4320-769A-4287-A5D5-1AF04EB73DE6}" type="parTrans" cxnId="{FFD37708-E94D-4ABA-A636-58D14CD4AB33}">
      <dgm:prSet/>
      <dgm:spPr/>
      <dgm:t>
        <a:bodyPr/>
        <a:lstStyle/>
        <a:p>
          <a:endParaRPr lang="ru-RU"/>
        </a:p>
      </dgm:t>
    </dgm:pt>
    <dgm:pt modelId="{CF50C09C-CE4D-4C6A-906B-1F8F26D49DB4}" type="sibTrans" cxnId="{FFD37708-E94D-4ABA-A636-58D14CD4AB33}">
      <dgm:prSet/>
      <dgm:spPr/>
      <dgm:t>
        <a:bodyPr/>
        <a:lstStyle/>
        <a:p>
          <a:endParaRPr lang="ru-RU"/>
        </a:p>
      </dgm:t>
    </dgm:pt>
    <dgm:pt modelId="{B7F79C43-D36C-461B-A339-3109F5E34F1F}">
      <dgm:prSet phldrT="[Текст]"/>
      <dgm:spPr/>
      <dgm:t>
        <a:bodyPr/>
        <a:lstStyle/>
        <a:p>
          <a:pPr>
            <a:buNone/>
          </a:pPr>
          <a:r>
            <a:rPr lang="ru-RU" dirty="0"/>
            <a:t>Анализировать требования к хранению и обработке больших данных с учетом</a:t>
          </a:r>
          <a:r>
            <a:rPr lang="en-US" dirty="0"/>
            <a:t> </a:t>
          </a:r>
          <a:r>
            <a:rPr lang="ru-RU" dirty="0"/>
            <a:t>особенностей предметной области.</a:t>
          </a:r>
        </a:p>
      </dgm:t>
    </dgm:pt>
    <dgm:pt modelId="{38441AE0-DD57-44BE-A043-86CAB1968B81}" type="parTrans" cxnId="{E0099594-E393-4053-8123-C2E848374A10}">
      <dgm:prSet/>
      <dgm:spPr/>
      <dgm:t>
        <a:bodyPr/>
        <a:lstStyle/>
        <a:p>
          <a:endParaRPr lang="ru-RU"/>
        </a:p>
      </dgm:t>
    </dgm:pt>
    <dgm:pt modelId="{72302CBA-64F0-4C5B-8658-5BC826953E9C}" type="sibTrans" cxnId="{E0099594-E393-4053-8123-C2E848374A10}">
      <dgm:prSet/>
      <dgm:spPr/>
      <dgm:t>
        <a:bodyPr/>
        <a:lstStyle/>
        <a:p>
          <a:endParaRPr lang="ru-RU"/>
        </a:p>
      </dgm:t>
    </dgm:pt>
    <dgm:pt modelId="{8FF193DA-0143-43FC-9F2E-695885B20AA5}">
      <dgm:prSet phldrT="[Текст]"/>
      <dgm:spPr/>
      <dgm:t>
        <a:bodyPr/>
        <a:lstStyle/>
        <a:p>
          <a:r>
            <a:rPr lang="ru-RU" dirty="0"/>
            <a:t>2.</a:t>
          </a:r>
        </a:p>
      </dgm:t>
    </dgm:pt>
    <dgm:pt modelId="{56EB8D79-5B79-4B16-980D-6518AE759A06}" type="parTrans" cxnId="{B088109B-1A7B-484F-B22E-AEB62D48BE6B}">
      <dgm:prSet/>
      <dgm:spPr/>
      <dgm:t>
        <a:bodyPr/>
        <a:lstStyle/>
        <a:p>
          <a:endParaRPr lang="ru-RU"/>
        </a:p>
      </dgm:t>
    </dgm:pt>
    <dgm:pt modelId="{7AEF2870-1EFC-4FA2-A34B-5E40095F2824}" type="sibTrans" cxnId="{B088109B-1A7B-484F-B22E-AEB62D48BE6B}">
      <dgm:prSet/>
      <dgm:spPr/>
      <dgm:t>
        <a:bodyPr/>
        <a:lstStyle/>
        <a:p>
          <a:endParaRPr lang="ru-RU"/>
        </a:p>
      </dgm:t>
    </dgm:pt>
    <dgm:pt modelId="{CED4C86A-8320-4768-9EE1-962589493FA0}">
      <dgm:prSet phldrT="[Текст]"/>
      <dgm:spPr/>
      <dgm:t>
        <a:bodyPr/>
        <a:lstStyle/>
        <a:p>
          <a:pPr>
            <a:buNone/>
          </a:pPr>
          <a:r>
            <a:rPr lang="ru-RU" dirty="0"/>
            <a:t>Сравнивать модели и технологии хранения данных и обоснованно выбирать подходящее решение для конкретной задачи.</a:t>
          </a:r>
        </a:p>
      </dgm:t>
    </dgm:pt>
    <dgm:pt modelId="{3AB785BD-6CB5-4C37-A229-B5C5C39CE1BD}" type="parTrans" cxnId="{9CE15FCD-8E4E-4DC9-95B1-96E34F9741AA}">
      <dgm:prSet/>
      <dgm:spPr/>
      <dgm:t>
        <a:bodyPr/>
        <a:lstStyle/>
        <a:p>
          <a:endParaRPr lang="ru-RU"/>
        </a:p>
      </dgm:t>
    </dgm:pt>
    <dgm:pt modelId="{33C337ED-EECE-4FB3-A309-D4EFCD4EDD19}" type="sibTrans" cxnId="{9CE15FCD-8E4E-4DC9-95B1-96E34F9741AA}">
      <dgm:prSet/>
      <dgm:spPr/>
      <dgm:t>
        <a:bodyPr/>
        <a:lstStyle/>
        <a:p>
          <a:endParaRPr lang="ru-RU"/>
        </a:p>
      </dgm:t>
    </dgm:pt>
    <dgm:pt modelId="{0654B57B-A08E-448D-9F16-8512362BA0FC}">
      <dgm:prSet phldrT="[Текст]"/>
      <dgm:spPr/>
      <dgm:t>
        <a:bodyPr/>
        <a:lstStyle/>
        <a:p>
          <a:r>
            <a:rPr lang="ru-RU" dirty="0"/>
            <a:t>3.</a:t>
          </a:r>
        </a:p>
      </dgm:t>
    </dgm:pt>
    <dgm:pt modelId="{93C41BCB-09C4-402D-9DC4-2A0B440F3126}" type="parTrans" cxnId="{F3A7573C-82E4-4768-B94F-3D331D7C8703}">
      <dgm:prSet/>
      <dgm:spPr/>
      <dgm:t>
        <a:bodyPr/>
        <a:lstStyle/>
        <a:p>
          <a:endParaRPr lang="ru-RU"/>
        </a:p>
      </dgm:t>
    </dgm:pt>
    <dgm:pt modelId="{9C3B7F42-1841-47A2-BAE0-073658D31630}" type="sibTrans" cxnId="{F3A7573C-82E4-4768-B94F-3D331D7C8703}">
      <dgm:prSet/>
      <dgm:spPr/>
      <dgm:t>
        <a:bodyPr/>
        <a:lstStyle/>
        <a:p>
          <a:endParaRPr lang="ru-RU"/>
        </a:p>
      </dgm:t>
    </dgm:pt>
    <dgm:pt modelId="{D7841EBA-4C56-4859-B80F-F0B1F5E7837B}">
      <dgm:prSet phldrT="[Текст]"/>
      <dgm:spPr/>
      <dgm:t>
        <a:bodyPr/>
        <a:lstStyle/>
        <a:p>
          <a:pPr>
            <a:buNone/>
          </a:pPr>
          <a:r>
            <a:rPr lang="ru-RU" dirty="0"/>
            <a:t>Проектировать архитектуру хранилища данных и многомерные модели представления информации.</a:t>
          </a:r>
        </a:p>
      </dgm:t>
    </dgm:pt>
    <dgm:pt modelId="{E629E969-95F2-449B-AD4C-7A26FF72360A}" type="parTrans" cxnId="{7EEC0EDC-F668-41D7-ABE6-07EEC5AADFD6}">
      <dgm:prSet/>
      <dgm:spPr/>
      <dgm:t>
        <a:bodyPr/>
        <a:lstStyle/>
        <a:p>
          <a:endParaRPr lang="ru-RU"/>
        </a:p>
      </dgm:t>
    </dgm:pt>
    <dgm:pt modelId="{18EE88DB-6A90-402B-9D61-79A1353A1F55}" type="sibTrans" cxnId="{7EEC0EDC-F668-41D7-ABE6-07EEC5AADFD6}">
      <dgm:prSet/>
      <dgm:spPr/>
      <dgm:t>
        <a:bodyPr/>
        <a:lstStyle/>
        <a:p>
          <a:endParaRPr lang="ru-RU"/>
        </a:p>
      </dgm:t>
    </dgm:pt>
    <dgm:pt modelId="{A77A06D0-8376-4499-920E-9CC9A9A75833}">
      <dgm:prSet phldrT="[Текст]"/>
      <dgm:spPr/>
      <dgm:t>
        <a:bodyPr/>
        <a:lstStyle/>
        <a:p>
          <a:r>
            <a:rPr lang="ru-RU" dirty="0"/>
            <a:t>4.</a:t>
          </a:r>
        </a:p>
      </dgm:t>
    </dgm:pt>
    <dgm:pt modelId="{E4F2B5F8-7441-49CA-B038-6FF8DBA611BE}" type="parTrans" cxnId="{996A8174-F4A2-4355-ACA0-7BF318D5BF82}">
      <dgm:prSet/>
      <dgm:spPr/>
      <dgm:t>
        <a:bodyPr/>
        <a:lstStyle/>
        <a:p>
          <a:endParaRPr lang="ru-RU"/>
        </a:p>
      </dgm:t>
    </dgm:pt>
    <dgm:pt modelId="{432BA9B2-0261-4A89-8E51-57A726F63E05}" type="sibTrans" cxnId="{996A8174-F4A2-4355-ACA0-7BF318D5BF82}">
      <dgm:prSet/>
      <dgm:spPr/>
      <dgm:t>
        <a:bodyPr/>
        <a:lstStyle/>
        <a:p>
          <a:endParaRPr lang="ru-RU"/>
        </a:p>
      </dgm:t>
    </dgm:pt>
    <dgm:pt modelId="{CD7E16D6-6082-4554-BBF2-474C6CB379C7}">
      <dgm:prSet phldrT="[Текст]"/>
      <dgm:spPr/>
      <dgm:t>
        <a:bodyPr/>
        <a:lstStyle/>
        <a:p>
          <a:pPr>
            <a:buNone/>
          </a:pPr>
          <a:r>
            <a:rPr lang="ru-RU" dirty="0"/>
            <a:t>Организовывать интеграцию данных из разнородных источников с использованием процессов ETL и ELT.</a:t>
          </a:r>
        </a:p>
      </dgm:t>
    </dgm:pt>
    <dgm:pt modelId="{3C68667A-E180-4BB1-937F-898B310CA276}" type="parTrans" cxnId="{B37AD828-C651-4703-A74E-D85BFBF1A5B3}">
      <dgm:prSet/>
      <dgm:spPr/>
      <dgm:t>
        <a:bodyPr/>
        <a:lstStyle/>
        <a:p>
          <a:endParaRPr lang="ru-RU"/>
        </a:p>
      </dgm:t>
    </dgm:pt>
    <dgm:pt modelId="{D554A0A7-5BED-48E9-BA8C-5F4A064AFE57}" type="sibTrans" cxnId="{B37AD828-C651-4703-A74E-D85BFBF1A5B3}">
      <dgm:prSet/>
      <dgm:spPr/>
      <dgm:t>
        <a:bodyPr/>
        <a:lstStyle/>
        <a:p>
          <a:endParaRPr lang="ru-RU"/>
        </a:p>
      </dgm:t>
    </dgm:pt>
    <dgm:pt modelId="{B34D9A4B-75B2-4F0C-AA69-0D9344044F96}" type="pres">
      <dgm:prSet presAssocID="{249CB17B-57E1-4EC4-8A81-ACDCBEC93DFD}" presName="linearFlow" presStyleCnt="0">
        <dgm:presLayoutVars>
          <dgm:dir/>
          <dgm:animLvl val="lvl"/>
          <dgm:resizeHandles val="exact"/>
        </dgm:presLayoutVars>
      </dgm:prSet>
      <dgm:spPr/>
    </dgm:pt>
    <dgm:pt modelId="{FFD1727E-4472-4419-9EE0-52DA931813FD}" type="pres">
      <dgm:prSet presAssocID="{1F521637-3673-4FC2-B3B4-86637A42ED06}" presName="composite" presStyleCnt="0"/>
      <dgm:spPr/>
    </dgm:pt>
    <dgm:pt modelId="{53A4EC71-DBE3-4431-9702-D7FB6A51CA46}" type="pres">
      <dgm:prSet presAssocID="{1F521637-3673-4FC2-B3B4-86637A42ED06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2E80589B-8714-4487-8BA7-0B97023757E3}" type="pres">
      <dgm:prSet presAssocID="{1F521637-3673-4FC2-B3B4-86637A42ED06}" presName="descendantText" presStyleLbl="alignAcc1" presStyleIdx="0" presStyleCnt="4">
        <dgm:presLayoutVars>
          <dgm:bulletEnabled val="1"/>
        </dgm:presLayoutVars>
      </dgm:prSet>
      <dgm:spPr/>
    </dgm:pt>
    <dgm:pt modelId="{DDF25ED3-DFD7-455E-AC5A-0586E455FBB5}" type="pres">
      <dgm:prSet presAssocID="{CF50C09C-CE4D-4C6A-906B-1F8F26D49DB4}" presName="sp" presStyleCnt="0"/>
      <dgm:spPr/>
    </dgm:pt>
    <dgm:pt modelId="{6DA8F45C-1E01-405E-BCFD-AB5C5EDE7354}" type="pres">
      <dgm:prSet presAssocID="{8FF193DA-0143-43FC-9F2E-695885B20AA5}" presName="composite" presStyleCnt="0"/>
      <dgm:spPr/>
    </dgm:pt>
    <dgm:pt modelId="{532B79AB-B670-4464-8437-5B0A8353FE3B}" type="pres">
      <dgm:prSet presAssocID="{8FF193DA-0143-43FC-9F2E-695885B20AA5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6FA6451D-5C27-4E90-93F5-F48B5D8BFF99}" type="pres">
      <dgm:prSet presAssocID="{8FF193DA-0143-43FC-9F2E-695885B20AA5}" presName="descendantText" presStyleLbl="alignAcc1" presStyleIdx="1" presStyleCnt="4">
        <dgm:presLayoutVars>
          <dgm:bulletEnabled val="1"/>
        </dgm:presLayoutVars>
      </dgm:prSet>
      <dgm:spPr/>
    </dgm:pt>
    <dgm:pt modelId="{321A12A8-4EF7-474F-BDCA-525B1D816D96}" type="pres">
      <dgm:prSet presAssocID="{7AEF2870-1EFC-4FA2-A34B-5E40095F2824}" presName="sp" presStyleCnt="0"/>
      <dgm:spPr/>
    </dgm:pt>
    <dgm:pt modelId="{69C93A4B-20BB-40FA-9440-1A0C4FF574DC}" type="pres">
      <dgm:prSet presAssocID="{0654B57B-A08E-448D-9F16-8512362BA0FC}" presName="composite" presStyleCnt="0"/>
      <dgm:spPr/>
    </dgm:pt>
    <dgm:pt modelId="{B9E2EAF0-1810-42A1-B0E6-EDDA2F65205D}" type="pres">
      <dgm:prSet presAssocID="{0654B57B-A08E-448D-9F16-8512362BA0FC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A0727357-922E-4B75-9740-0DAE2C9954C6}" type="pres">
      <dgm:prSet presAssocID="{0654B57B-A08E-448D-9F16-8512362BA0FC}" presName="descendantText" presStyleLbl="alignAcc1" presStyleIdx="2" presStyleCnt="4">
        <dgm:presLayoutVars>
          <dgm:bulletEnabled val="1"/>
        </dgm:presLayoutVars>
      </dgm:prSet>
      <dgm:spPr/>
    </dgm:pt>
    <dgm:pt modelId="{192B771F-996E-463C-82BB-4E8775953C49}" type="pres">
      <dgm:prSet presAssocID="{9C3B7F42-1841-47A2-BAE0-073658D31630}" presName="sp" presStyleCnt="0"/>
      <dgm:spPr/>
    </dgm:pt>
    <dgm:pt modelId="{C321EDA9-8894-4AA9-8F1E-1F1CF8008659}" type="pres">
      <dgm:prSet presAssocID="{A77A06D0-8376-4499-920E-9CC9A9A75833}" presName="composite" presStyleCnt="0"/>
      <dgm:spPr/>
    </dgm:pt>
    <dgm:pt modelId="{F8DEA364-CDA1-4466-B09F-FA96F94D3BAE}" type="pres">
      <dgm:prSet presAssocID="{A77A06D0-8376-4499-920E-9CC9A9A75833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0E25DDFE-91DD-4485-8CB3-BB29CEF9E642}" type="pres">
      <dgm:prSet presAssocID="{A77A06D0-8376-4499-920E-9CC9A9A75833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FFD37708-E94D-4ABA-A636-58D14CD4AB33}" srcId="{249CB17B-57E1-4EC4-8A81-ACDCBEC93DFD}" destId="{1F521637-3673-4FC2-B3B4-86637A42ED06}" srcOrd="0" destOrd="0" parTransId="{45BA4320-769A-4287-A5D5-1AF04EB73DE6}" sibTransId="{CF50C09C-CE4D-4C6A-906B-1F8F26D49DB4}"/>
    <dgm:cxn modelId="{6698E513-6CE1-44CB-8AC1-A1463654D32F}" type="presOf" srcId="{B7F79C43-D36C-461B-A339-3109F5E34F1F}" destId="{2E80589B-8714-4487-8BA7-0B97023757E3}" srcOrd="0" destOrd="0" presId="urn:microsoft.com/office/officeart/2005/8/layout/chevron2"/>
    <dgm:cxn modelId="{B37AD828-C651-4703-A74E-D85BFBF1A5B3}" srcId="{A77A06D0-8376-4499-920E-9CC9A9A75833}" destId="{CD7E16D6-6082-4554-BBF2-474C6CB379C7}" srcOrd="0" destOrd="0" parTransId="{3C68667A-E180-4BB1-937F-898B310CA276}" sibTransId="{D554A0A7-5BED-48E9-BA8C-5F4A064AFE57}"/>
    <dgm:cxn modelId="{974AF62E-7BFF-45DA-B478-1A1BEE0BA36C}" type="presOf" srcId="{249CB17B-57E1-4EC4-8A81-ACDCBEC93DFD}" destId="{B34D9A4B-75B2-4F0C-AA69-0D9344044F96}" srcOrd="0" destOrd="0" presId="urn:microsoft.com/office/officeart/2005/8/layout/chevron2"/>
    <dgm:cxn modelId="{F3A7573C-82E4-4768-B94F-3D331D7C8703}" srcId="{249CB17B-57E1-4EC4-8A81-ACDCBEC93DFD}" destId="{0654B57B-A08E-448D-9F16-8512362BA0FC}" srcOrd="2" destOrd="0" parTransId="{93C41BCB-09C4-402D-9DC4-2A0B440F3126}" sibTransId="{9C3B7F42-1841-47A2-BAE0-073658D31630}"/>
    <dgm:cxn modelId="{7C2F7B43-BF58-4009-9FA2-6871BA24179E}" type="presOf" srcId="{A77A06D0-8376-4499-920E-9CC9A9A75833}" destId="{F8DEA364-CDA1-4466-B09F-FA96F94D3BAE}" srcOrd="0" destOrd="0" presId="urn:microsoft.com/office/officeart/2005/8/layout/chevron2"/>
    <dgm:cxn modelId="{2F633949-15F1-46B8-9603-9470A69CE2B4}" type="presOf" srcId="{D7841EBA-4C56-4859-B80F-F0B1F5E7837B}" destId="{A0727357-922E-4B75-9740-0DAE2C9954C6}" srcOrd="0" destOrd="0" presId="urn:microsoft.com/office/officeart/2005/8/layout/chevron2"/>
    <dgm:cxn modelId="{69EB844A-3914-4ADC-B2C2-F85438D4E489}" type="presOf" srcId="{CD7E16D6-6082-4554-BBF2-474C6CB379C7}" destId="{0E25DDFE-91DD-4485-8CB3-BB29CEF9E642}" srcOrd="0" destOrd="0" presId="urn:microsoft.com/office/officeart/2005/8/layout/chevron2"/>
    <dgm:cxn modelId="{996A8174-F4A2-4355-ACA0-7BF318D5BF82}" srcId="{249CB17B-57E1-4EC4-8A81-ACDCBEC93DFD}" destId="{A77A06D0-8376-4499-920E-9CC9A9A75833}" srcOrd="3" destOrd="0" parTransId="{E4F2B5F8-7441-49CA-B038-6FF8DBA611BE}" sibTransId="{432BA9B2-0261-4A89-8E51-57A726F63E05}"/>
    <dgm:cxn modelId="{E0099594-E393-4053-8123-C2E848374A10}" srcId="{1F521637-3673-4FC2-B3B4-86637A42ED06}" destId="{B7F79C43-D36C-461B-A339-3109F5E34F1F}" srcOrd="0" destOrd="0" parTransId="{38441AE0-DD57-44BE-A043-86CAB1968B81}" sibTransId="{72302CBA-64F0-4C5B-8658-5BC826953E9C}"/>
    <dgm:cxn modelId="{B088109B-1A7B-484F-B22E-AEB62D48BE6B}" srcId="{249CB17B-57E1-4EC4-8A81-ACDCBEC93DFD}" destId="{8FF193DA-0143-43FC-9F2E-695885B20AA5}" srcOrd="1" destOrd="0" parTransId="{56EB8D79-5B79-4B16-980D-6518AE759A06}" sibTransId="{7AEF2870-1EFC-4FA2-A34B-5E40095F2824}"/>
    <dgm:cxn modelId="{7165D8A7-DD92-4C0D-8550-1EB13E238B65}" type="presOf" srcId="{0654B57B-A08E-448D-9F16-8512362BA0FC}" destId="{B9E2EAF0-1810-42A1-B0E6-EDDA2F65205D}" srcOrd="0" destOrd="0" presId="urn:microsoft.com/office/officeart/2005/8/layout/chevron2"/>
    <dgm:cxn modelId="{C2BCDBB1-8D30-4FFF-B703-61CF517A92B5}" type="presOf" srcId="{1F521637-3673-4FC2-B3B4-86637A42ED06}" destId="{53A4EC71-DBE3-4431-9702-D7FB6A51CA46}" srcOrd="0" destOrd="0" presId="urn:microsoft.com/office/officeart/2005/8/layout/chevron2"/>
    <dgm:cxn modelId="{9CE15FCD-8E4E-4DC9-95B1-96E34F9741AA}" srcId="{8FF193DA-0143-43FC-9F2E-695885B20AA5}" destId="{CED4C86A-8320-4768-9EE1-962589493FA0}" srcOrd="0" destOrd="0" parTransId="{3AB785BD-6CB5-4C37-A229-B5C5C39CE1BD}" sibTransId="{33C337ED-EECE-4FB3-A309-D4EFCD4EDD19}"/>
    <dgm:cxn modelId="{7EEC0EDC-F668-41D7-ABE6-07EEC5AADFD6}" srcId="{0654B57B-A08E-448D-9F16-8512362BA0FC}" destId="{D7841EBA-4C56-4859-B80F-F0B1F5E7837B}" srcOrd="0" destOrd="0" parTransId="{E629E969-95F2-449B-AD4C-7A26FF72360A}" sibTransId="{18EE88DB-6A90-402B-9D61-79A1353A1F55}"/>
    <dgm:cxn modelId="{9BC3E9EC-32AD-417C-84B3-311AE72D4F00}" type="presOf" srcId="{CED4C86A-8320-4768-9EE1-962589493FA0}" destId="{6FA6451D-5C27-4E90-93F5-F48B5D8BFF99}" srcOrd="0" destOrd="0" presId="urn:microsoft.com/office/officeart/2005/8/layout/chevron2"/>
    <dgm:cxn modelId="{F89338F0-4B6C-4380-83C1-51709DC79603}" type="presOf" srcId="{8FF193DA-0143-43FC-9F2E-695885B20AA5}" destId="{532B79AB-B670-4464-8437-5B0A8353FE3B}" srcOrd="0" destOrd="0" presId="urn:microsoft.com/office/officeart/2005/8/layout/chevron2"/>
    <dgm:cxn modelId="{84A2A7A1-A084-4513-AFD8-ABDA2C1F9658}" type="presParOf" srcId="{B34D9A4B-75B2-4F0C-AA69-0D9344044F96}" destId="{FFD1727E-4472-4419-9EE0-52DA931813FD}" srcOrd="0" destOrd="0" presId="urn:microsoft.com/office/officeart/2005/8/layout/chevron2"/>
    <dgm:cxn modelId="{AA6CA7D0-3087-4F61-8DE7-8A75707F7B7E}" type="presParOf" srcId="{FFD1727E-4472-4419-9EE0-52DA931813FD}" destId="{53A4EC71-DBE3-4431-9702-D7FB6A51CA46}" srcOrd="0" destOrd="0" presId="urn:microsoft.com/office/officeart/2005/8/layout/chevron2"/>
    <dgm:cxn modelId="{27B20EFF-0001-4DB9-8798-0DBA03CA4980}" type="presParOf" srcId="{FFD1727E-4472-4419-9EE0-52DA931813FD}" destId="{2E80589B-8714-4487-8BA7-0B97023757E3}" srcOrd="1" destOrd="0" presId="urn:microsoft.com/office/officeart/2005/8/layout/chevron2"/>
    <dgm:cxn modelId="{D7DE7962-804A-4E06-A613-B957EE3C15C1}" type="presParOf" srcId="{B34D9A4B-75B2-4F0C-AA69-0D9344044F96}" destId="{DDF25ED3-DFD7-455E-AC5A-0586E455FBB5}" srcOrd="1" destOrd="0" presId="urn:microsoft.com/office/officeart/2005/8/layout/chevron2"/>
    <dgm:cxn modelId="{580FCC7A-EDA0-40D8-9D6D-99F13087F995}" type="presParOf" srcId="{B34D9A4B-75B2-4F0C-AA69-0D9344044F96}" destId="{6DA8F45C-1E01-405E-BCFD-AB5C5EDE7354}" srcOrd="2" destOrd="0" presId="urn:microsoft.com/office/officeart/2005/8/layout/chevron2"/>
    <dgm:cxn modelId="{2E70434F-5E3D-4632-BAA6-E677B9F63E78}" type="presParOf" srcId="{6DA8F45C-1E01-405E-BCFD-AB5C5EDE7354}" destId="{532B79AB-B670-4464-8437-5B0A8353FE3B}" srcOrd="0" destOrd="0" presId="urn:microsoft.com/office/officeart/2005/8/layout/chevron2"/>
    <dgm:cxn modelId="{05207209-E4B6-4A33-BE6D-88BDEEF58DAB}" type="presParOf" srcId="{6DA8F45C-1E01-405E-BCFD-AB5C5EDE7354}" destId="{6FA6451D-5C27-4E90-93F5-F48B5D8BFF99}" srcOrd="1" destOrd="0" presId="urn:microsoft.com/office/officeart/2005/8/layout/chevron2"/>
    <dgm:cxn modelId="{7437D52F-F45D-4CA5-ADC1-C9DABCD40895}" type="presParOf" srcId="{B34D9A4B-75B2-4F0C-AA69-0D9344044F96}" destId="{321A12A8-4EF7-474F-BDCA-525B1D816D96}" srcOrd="3" destOrd="0" presId="urn:microsoft.com/office/officeart/2005/8/layout/chevron2"/>
    <dgm:cxn modelId="{3DC1F12D-C86D-42D2-87E3-EB54370814E6}" type="presParOf" srcId="{B34D9A4B-75B2-4F0C-AA69-0D9344044F96}" destId="{69C93A4B-20BB-40FA-9440-1A0C4FF574DC}" srcOrd="4" destOrd="0" presId="urn:microsoft.com/office/officeart/2005/8/layout/chevron2"/>
    <dgm:cxn modelId="{5D132399-7844-4F8B-98E6-E8844C0B44E3}" type="presParOf" srcId="{69C93A4B-20BB-40FA-9440-1A0C4FF574DC}" destId="{B9E2EAF0-1810-42A1-B0E6-EDDA2F65205D}" srcOrd="0" destOrd="0" presId="urn:microsoft.com/office/officeart/2005/8/layout/chevron2"/>
    <dgm:cxn modelId="{13958CAE-51B5-43E1-A77C-74281E9FB5C4}" type="presParOf" srcId="{69C93A4B-20BB-40FA-9440-1A0C4FF574DC}" destId="{A0727357-922E-4B75-9740-0DAE2C9954C6}" srcOrd="1" destOrd="0" presId="urn:microsoft.com/office/officeart/2005/8/layout/chevron2"/>
    <dgm:cxn modelId="{A85B2DD3-D8E3-4D2C-9853-5DE67AC65C9C}" type="presParOf" srcId="{B34D9A4B-75B2-4F0C-AA69-0D9344044F96}" destId="{192B771F-996E-463C-82BB-4E8775953C49}" srcOrd="5" destOrd="0" presId="urn:microsoft.com/office/officeart/2005/8/layout/chevron2"/>
    <dgm:cxn modelId="{E6FAD5F1-6DFA-4473-AC07-872B1BE9ADD5}" type="presParOf" srcId="{B34D9A4B-75B2-4F0C-AA69-0D9344044F96}" destId="{C321EDA9-8894-4AA9-8F1E-1F1CF8008659}" srcOrd="6" destOrd="0" presId="urn:microsoft.com/office/officeart/2005/8/layout/chevron2"/>
    <dgm:cxn modelId="{8EC89C5A-406A-4D16-A1E7-2D795B55CC02}" type="presParOf" srcId="{C321EDA9-8894-4AA9-8F1E-1F1CF8008659}" destId="{F8DEA364-CDA1-4466-B09F-FA96F94D3BAE}" srcOrd="0" destOrd="0" presId="urn:microsoft.com/office/officeart/2005/8/layout/chevron2"/>
    <dgm:cxn modelId="{ABAD07F9-E6F1-4214-A805-916FECFB3ABA}" type="presParOf" srcId="{C321EDA9-8894-4AA9-8F1E-1F1CF8008659}" destId="{0E25DDFE-91DD-4485-8CB3-BB29CEF9E64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9CB17B-57E1-4EC4-8A81-ACDCBEC93DFD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F521637-3673-4FC2-B3B4-86637A42ED06}">
      <dgm:prSet phldrT="[Текст]"/>
      <dgm:spPr/>
      <dgm:t>
        <a:bodyPr/>
        <a:lstStyle/>
        <a:p>
          <a:r>
            <a:rPr lang="ru-RU" dirty="0"/>
            <a:t>5.</a:t>
          </a:r>
        </a:p>
      </dgm:t>
    </dgm:pt>
    <dgm:pt modelId="{45BA4320-769A-4287-A5D5-1AF04EB73DE6}" type="parTrans" cxnId="{FFD37708-E94D-4ABA-A636-58D14CD4AB33}">
      <dgm:prSet/>
      <dgm:spPr/>
      <dgm:t>
        <a:bodyPr/>
        <a:lstStyle/>
        <a:p>
          <a:endParaRPr lang="ru-RU"/>
        </a:p>
      </dgm:t>
    </dgm:pt>
    <dgm:pt modelId="{CF50C09C-CE4D-4C6A-906B-1F8F26D49DB4}" type="sibTrans" cxnId="{FFD37708-E94D-4ABA-A636-58D14CD4AB33}">
      <dgm:prSet/>
      <dgm:spPr/>
      <dgm:t>
        <a:bodyPr/>
        <a:lstStyle/>
        <a:p>
          <a:endParaRPr lang="ru-RU"/>
        </a:p>
      </dgm:t>
    </dgm:pt>
    <dgm:pt modelId="{B7F79C43-D36C-461B-A339-3109F5E34F1F}">
      <dgm:prSet phldrT="[Текст]"/>
      <dgm:spPr/>
      <dgm:t>
        <a:bodyPr/>
        <a:lstStyle/>
        <a:p>
          <a:pPr>
            <a:buNone/>
          </a:pPr>
          <a:r>
            <a:rPr lang="ru-RU" dirty="0"/>
            <a:t>Оценивать и обеспечивать качество, надежность, масштабируемость и отказоустойчивость решений.</a:t>
          </a:r>
        </a:p>
      </dgm:t>
    </dgm:pt>
    <dgm:pt modelId="{38441AE0-DD57-44BE-A043-86CAB1968B81}" type="parTrans" cxnId="{E0099594-E393-4053-8123-C2E848374A10}">
      <dgm:prSet/>
      <dgm:spPr/>
      <dgm:t>
        <a:bodyPr/>
        <a:lstStyle/>
        <a:p>
          <a:endParaRPr lang="ru-RU"/>
        </a:p>
      </dgm:t>
    </dgm:pt>
    <dgm:pt modelId="{72302CBA-64F0-4C5B-8658-5BC826953E9C}" type="sibTrans" cxnId="{E0099594-E393-4053-8123-C2E848374A10}">
      <dgm:prSet/>
      <dgm:spPr/>
      <dgm:t>
        <a:bodyPr/>
        <a:lstStyle/>
        <a:p>
          <a:endParaRPr lang="ru-RU"/>
        </a:p>
      </dgm:t>
    </dgm:pt>
    <dgm:pt modelId="{8FF193DA-0143-43FC-9F2E-695885B20AA5}">
      <dgm:prSet phldrT="[Текст]"/>
      <dgm:spPr/>
      <dgm:t>
        <a:bodyPr/>
        <a:lstStyle/>
        <a:p>
          <a:r>
            <a:rPr lang="ru-RU" dirty="0"/>
            <a:t>6.</a:t>
          </a:r>
        </a:p>
      </dgm:t>
    </dgm:pt>
    <dgm:pt modelId="{56EB8D79-5B79-4B16-980D-6518AE759A06}" type="parTrans" cxnId="{B088109B-1A7B-484F-B22E-AEB62D48BE6B}">
      <dgm:prSet/>
      <dgm:spPr/>
      <dgm:t>
        <a:bodyPr/>
        <a:lstStyle/>
        <a:p>
          <a:endParaRPr lang="ru-RU"/>
        </a:p>
      </dgm:t>
    </dgm:pt>
    <dgm:pt modelId="{7AEF2870-1EFC-4FA2-A34B-5E40095F2824}" type="sibTrans" cxnId="{B088109B-1A7B-484F-B22E-AEB62D48BE6B}">
      <dgm:prSet/>
      <dgm:spPr/>
      <dgm:t>
        <a:bodyPr/>
        <a:lstStyle/>
        <a:p>
          <a:endParaRPr lang="ru-RU"/>
        </a:p>
      </dgm:t>
    </dgm:pt>
    <dgm:pt modelId="{CED4C86A-8320-4768-9EE1-962589493FA0}">
      <dgm:prSet phldrT="[Текст]"/>
      <dgm:spPr/>
      <dgm:t>
        <a:bodyPr/>
        <a:lstStyle/>
        <a:p>
          <a:pPr>
            <a:buNone/>
          </a:pPr>
          <a:r>
            <a:rPr lang="ru-RU" dirty="0"/>
            <a:t>Реализовывать пакетную и потоковую обработку данных с применением современных инструментов Big Data.</a:t>
          </a:r>
        </a:p>
      </dgm:t>
    </dgm:pt>
    <dgm:pt modelId="{3AB785BD-6CB5-4C37-A229-B5C5C39CE1BD}" type="parTrans" cxnId="{9CE15FCD-8E4E-4DC9-95B1-96E34F9741AA}">
      <dgm:prSet/>
      <dgm:spPr/>
      <dgm:t>
        <a:bodyPr/>
        <a:lstStyle/>
        <a:p>
          <a:endParaRPr lang="ru-RU"/>
        </a:p>
      </dgm:t>
    </dgm:pt>
    <dgm:pt modelId="{33C337ED-EECE-4FB3-A309-D4EFCD4EDD19}" type="sibTrans" cxnId="{9CE15FCD-8E4E-4DC9-95B1-96E34F9741AA}">
      <dgm:prSet/>
      <dgm:spPr/>
      <dgm:t>
        <a:bodyPr/>
        <a:lstStyle/>
        <a:p>
          <a:endParaRPr lang="ru-RU"/>
        </a:p>
      </dgm:t>
    </dgm:pt>
    <dgm:pt modelId="{0654B57B-A08E-448D-9F16-8512362BA0FC}">
      <dgm:prSet phldrT="[Текст]"/>
      <dgm:spPr/>
      <dgm:t>
        <a:bodyPr/>
        <a:lstStyle/>
        <a:p>
          <a:r>
            <a:rPr lang="ru-RU" dirty="0"/>
            <a:t>7.</a:t>
          </a:r>
        </a:p>
      </dgm:t>
    </dgm:pt>
    <dgm:pt modelId="{93C41BCB-09C4-402D-9DC4-2A0B440F3126}" type="parTrans" cxnId="{F3A7573C-82E4-4768-B94F-3D331D7C8703}">
      <dgm:prSet/>
      <dgm:spPr/>
      <dgm:t>
        <a:bodyPr/>
        <a:lstStyle/>
        <a:p>
          <a:endParaRPr lang="ru-RU"/>
        </a:p>
      </dgm:t>
    </dgm:pt>
    <dgm:pt modelId="{9C3B7F42-1841-47A2-BAE0-073658D31630}" type="sibTrans" cxnId="{F3A7573C-82E4-4768-B94F-3D331D7C8703}">
      <dgm:prSet/>
      <dgm:spPr/>
      <dgm:t>
        <a:bodyPr/>
        <a:lstStyle/>
        <a:p>
          <a:endParaRPr lang="ru-RU"/>
        </a:p>
      </dgm:t>
    </dgm:pt>
    <dgm:pt modelId="{D7841EBA-4C56-4859-B80F-F0B1F5E7837B}">
      <dgm:prSet phldrT="[Текст]"/>
      <dgm:spPr/>
      <dgm:t>
        <a:bodyPr/>
        <a:lstStyle/>
        <a:p>
          <a:pPr>
            <a:buNone/>
          </a:pPr>
          <a:r>
            <a:rPr lang="ru-RU" dirty="0"/>
            <a:t>Проектировать, </a:t>
          </a:r>
          <a:r>
            <a:rPr lang="ru-RU" dirty="0" err="1"/>
            <a:t>оркестрировать</a:t>
          </a:r>
          <a:r>
            <a:rPr lang="ru-RU" dirty="0"/>
            <a:t> и контролировать выполнение конвейеров обработки данных.</a:t>
          </a:r>
        </a:p>
      </dgm:t>
    </dgm:pt>
    <dgm:pt modelId="{E629E969-95F2-449B-AD4C-7A26FF72360A}" type="parTrans" cxnId="{7EEC0EDC-F668-41D7-ABE6-07EEC5AADFD6}">
      <dgm:prSet/>
      <dgm:spPr/>
      <dgm:t>
        <a:bodyPr/>
        <a:lstStyle/>
        <a:p>
          <a:endParaRPr lang="ru-RU"/>
        </a:p>
      </dgm:t>
    </dgm:pt>
    <dgm:pt modelId="{18EE88DB-6A90-402B-9D61-79A1353A1F55}" type="sibTrans" cxnId="{7EEC0EDC-F668-41D7-ABE6-07EEC5AADFD6}">
      <dgm:prSet/>
      <dgm:spPr/>
      <dgm:t>
        <a:bodyPr/>
        <a:lstStyle/>
        <a:p>
          <a:endParaRPr lang="ru-RU"/>
        </a:p>
      </dgm:t>
    </dgm:pt>
    <dgm:pt modelId="{A77A06D0-8376-4499-920E-9CC9A9A75833}">
      <dgm:prSet phldrT="[Текст]"/>
      <dgm:spPr/>
      <dgm:t>
        <a:bodyPr/>
        <a:lstStyle/>
        <a:p>
          <a:r>
            <a:rPr lang="ru-RU" dirty="0"/>
            <a:t>8.</a:t>
          </a:r>
        </a:p>
      </dgm:t>
    </dgm:pt>
    <dgm:pt modelId="{E4F2B5F8-7441-49CA-B038-6FF8DBA611BE}" type="parTrans" cxnId="{996A8174-F4A2-4355-ACA0-7BF318D5BF82}">
      <dgm:prSet/>
      <dgm:spPr/>
      <dgm:t>
        <a:bodyPr/>
        <a:lstStyle/>
        <a:p>
          <a:endParaRPr lang="ru-RU"/>
        </a:p>
      </dgm:t>
    </dgm:pt>
    <dgm:pt modelId="{432BA9B2-0261-4A89-8E51-57A726F63E05}" type="sibTrans" cxnId="{996A8174-F4A2-4355-ACA0-7BF318D5BF82}">
      <dgm:prSet/>
      <dgm:spPr/>
      <dgm:t>
        <a:bodyPr/>
        <a:lstStyle/>
        <a:p>
          <a:endParaRPr lang="ru-RU"/>
        </a:p>
      </dgm:t>
    </dgm:pt>
    <dgm:pt modelId="{CD7E16D6-6082-4554-BBF2-474C6CB379C7}">
      <dgm:prSet phldrT="[Текст]"/>
      <dgm:spPr/>
      <dgm:t>
        <a:bodyPr/>
        <a:lstStyle/>
        <a:p>
          <a:pPr>
            <a:buNone/>
          </a:pPr>
          <a:r>
            <a:rPr lang="ru-RU" dirty="0"/>
            <a:t>Разрабатывать и представлять прототип комплексной системы сбора, хранения и обработки данных для решения прикладной задачи.</a:t>
          </a:r>
        </a:p>
      </dgm:t>
    </dgm:pt>
    <dgm:pt modelId="{3C68667A-E180-4BB1-937F-898B310CA276}" type="parTrans" cxnId="{B37AD828-C651-4703-A74E-D85BFBF1A5B3}">
      <dgm:prSet/>
      <dgm:spPr/>
      <dgm:t>
        <a:bodyPr/>
        <a:lstStyle/>
        <a:p>
          <a:endParaRPr lang="ru-RU"/>
        </a:p>
      </dgm:t>
    </dgm:pt>
    <dgm:pt modelId="{D554A0A7-5BED-48E9-BA8C-5F4A064AFE57}" type="sibTrans" cxnId="{B37AD828-C651-4703-A74E-D85BFBF1A5B3}">
      <dgm:prSet/>
      <dgm:spPr/>
      <dgm:t>
        <a:bodyPr/>
        <a:lstStyle/>
        <a:p>
          <a:endParaRPr lang="ru-RU"/>
        </a:p>
      </dgm:t>
    </dgm:pt>
    <dgm:pt modelId="{52C84A83-DB05-40CF-A805-257704D15A71}">
      <dgm:prSet phldrT="[Текст]"/>
      <dgm:spPr/>
      <dgm:t>
        <a:bodyPr/>
        <a:lstStyle/>
        <a:p>
          <a:r>
            <a:rPr lang="ru-RU" dirty="0"/>
            <a:t>9.</a:t>
          </a:r>
        </a:p>
      </dgm:t>
    </dgm:pt>
    <dgm:pt modelId="{057738DE-4E5F-44BF-A332-CABEF6EA5706}" type="parTrans" cxnId="{69C450A2-9F7D-4F75-8917-5B99025DB5BF}">
      <dgm:prSet/>
      <dgm:spPr/>
      <dgm:t>
        <a:bodyPr/>
        <a:lstStyle/>
        <a:p>
          <a:endParaRPr lang="ru-RU"/>
        </a:p>
      </dgm:t>
    </dgm:pt>
    <dgm:pt modelId="{59DBF3C1-75CF-4197-B4D2-C6DA9411F7E9}" type="sibTrans" cxnId="{69C450A2-9F7D-4F75-8917-5B99025DB5BF}">
      <dgm:prSet/>
      <dgm:spPr/>
      <dgm:t>
        <a:bodyPr/>
        <a:lstStyle/>
        <a:p>
          <a:endParaRPr lang="ru-RU"/>
        </a:p>
      </dgm:t>
    </dgm:pt>
    <dgm:pt modelId="{D091A958-350A-44C0-B643-40E4422BFEC8}">
      <dgm:prSet/>
      <dgm:spPr/>
      <dgm:t>
        <a:bodyPr/>
        <a:lstStyle/>
        <a:p>
          <a:pPr>
            <a:buNone/>
          </a:pPr>
          <a:r>
            <a:rPr lang="ru-RU" dirty="0"/>
            <a:t>Развертывать и настраивать распределенные системы хранения и обработки данных.</a:t>
          </a:r>
        </a:p>
      </dgm:t>
    </dgm:pt>
    <dgm:pt modelId="{F9F13B53-5CC9-417F-9FFE-37CD23774F96}" type="parTrans" cxnId="{037B18BD-7103-4FD0-9361-BB9F4A59AB00}">
      <dgm:prSet/>
      <dgm:spPr/>
      <dgm:t>
        <a:bodyPr/>
        <a:lstStyle/>
        <a:p>
          <a:endParaRPr lang="ru-RU"/>
        </a:p>
      </dgm:t>
    </dgm:pt>
    <dgm:pt modelId="{D0472597-A88F-4B75-BE5D-01796FD41018}" type="sibTrans" cxnId="{037B18BD-7103-4FD0-9361-BB9F4A59AB00}">
      <dgm:prSet/>
      <dgm:spPr/>
      <dgm:t>
        <a:bodyPr/>
        <a:lstStyle/>
        <a:p>
          <a:endParaRPr lang="ru-RU"/>
        </a:p>
      </dgm:t>
    </dgm:pt>
    <dgm:pt modelId="{B34D9A4B-75B2-4F0C-AA69-0D9344044F96}" type="pres">
      <dgm:prSet presAssocID="{249CB17B-57E1-4EC4-8A81-ACDCBEC93DFD}" presName="linearFlow" presStyleCnt="0">
        <dgm:presLayoutVars>
          <dgm:dir/>
          <dgm:animLvl val="lvl"/>
          <dgm:resizeHandles val="exact"/>
        </dgm:presLayoutVars>
      </dgm:prSet>
      <dgm:spPr/>
    </dgm:pt>
    <dgm:pt modelId="{FFD1727E-4472-4419-9EE0-52DA931813FD}" type="pres">
      <dgm:prSet presAssocID="{1F521637-3673-4FC2-B3B4-86637A42ED06}" presName="composite" presStyleCnt="0"/>
      <dgm:spPr/>
    </dgm:pt>
    <dgm:pt modelId="{53A4EC71-DBE3-4431-9702-D7FB6A51CA46}" type="pres">
      <dgm:prSet presAssocID="{1F521637-3673-4FC2-B3B4-86637A42ED06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2E80589B-8714-4487-8BA7-0B97023757E3}" type="pres">
      <dgm:prSet presAssocID="{1F521637-3673-4FC2-B3B4-86637A42ED06}" presName="descendantText" presStyleLbl="alignAcc1" presStyleIdx="0" presStyleCnt="5" custLinFactY="198790" custLinFactNeighborY="200000">
        <dgm:presLayoutVars>
          <dgm:bulletEnabled val="1"/>
        </dgm:presLayoutVars>
      </dgm:prSet>
      <dgm:spPr/>
    </dgm:pt>
    <dgm:pt modelId="{DDF25ED3-DFD7-455E-AC5A-0586E455FBB5}" type="pres">
      <dgm:prSet presAssocID="{CF50C09C-CE4D-4C6A-906B-1F8F26D49DB4}" presName="sp" presStyleCnt="0"/>
      <dgm:spPr/>
    </dgm:pt>
    <dgm:pt modelId="{6DA8F45C-1E01-405E-BCFD-AB5C5EDE7354}" type="pres">
      <dgm:prSet presAssocID="{8FF193DA-0143-43FC-9F2E-695885B20AA5}" presName="composite" presStyleCnt="0"/>
      <dgm:spPr/>
    </dgm:pt>
    <dgm:pt modelId="{532B79AB-B670-4464-8437-5B0A8353FE3B}" type="pres">
      <dgm:prSet presAssocID="{8FF193DA-0143-43FC-9F2E-695885B20AA5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6FA6451D-5C27-4E90-93F5-F48B5D8BFF99}" type="pres">
      <dgm:prSet presAssocID="{8FF193DA-0143-43FC-9F2E-695885B20AA5}" presName="descendantText" presStyleLbl="alignAcc1" presStyleIdx="1" presStyleCnt="5">
        <dgm:presLayoutVars>
          <dgm:bulletEnabled val="1"/>
        </dgm:presLayoutVars>
      </dgm:prSet>
      <dgm:spPr/>
    </dgm:pt>
    <dgm:pt modelId="{321A12A8-4EF7-474F-BDCA-525B1D816D96}" type="pres">
      <dgm:prSet presAssocID="{7AEF2870-1EFC-4FA2-A34B-5E40095F2824}" presName="sp" presStyleCnt="0"/>
      <dgm:spPr/>
    </dgm:pt>
    <dgm:pt modelId="{69C93A4B-20BB-40FA-9440-1A0C4FF574DC}" type="pres">
      <dgm:prSet presAssocID="{0654B57B-A08E-448D-9F16-8512362BA0FC}" presName="composite" presStyleCnt="0"/>
      <dgm:spPr/>
    </dgm:pt>
    <dgm:pt modelId="{B9E2EAF0-1810-42A1-B0E6-EDDA2F65205D}" type="pres">
      <dgm:prSet presAssocID="{0654B57B-A08E-448D-9F16-8512362BA0FC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A0727357-922E-4B75-9740-0DAE2C9954C6}" type="pres">
      <dgm:prSet presAssocID="{0654B57B-A08E-448D-9F16-8512362BA0FC}" presName="descendantText" presStyleLbl="alignAcc1" presStyleIdx="2" presStyleCnt="5">
        <dgm:presLayoutVars>
          <dgm:bulletEnabled val="1"/>
        </dgm:presLayoutVars>
      </dgm:prSet>
      <dgm:spPr/>
    </dgm:pt>
    <dgm:pt modelId="{192B771F-996E-463C-82BB-4E8775953C49}" type="pres">
      <dgm:prSet presAssocID="{9C3B7F42-1841-47A2-BAE0-073658D31630}" presName="sp" presStyleCnt="0"/>
      <dgm:spPr/>
    </dgm:pt>
    <dgm:pt modelId="{C321EDA9-8894-4AA9-8F1E-1F1CF8008659}" type="pres">
      <dgm:prSet presAssocID="{A77A06D0-8376-4499-920E-9CC9A9A75833}" presName="composite" presStyleCnt="0"/>
      <dgm:spPr/>
    </dgm:pt>
    <dgm:pt modelId="{F8DEA364-CDA1-4466-B09F-FA96F94D3BAE}" type="pres">
      <dgm:prSet presAssocID="{A77A06D0-8376-4499-920E-9CC9A9A75833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0E25DDFE-91DD-4485-8CB3-BB29CEF9E642}" type="pres">
      <dgm:prSet presAssocID="{A77A06D0-8376-4499-920E-9CC9A9A75833}" presName="descendantText" presStyleLbl="alignAcc1" presStyleIdx="3" presStyleCnt="5" custLinFactY="35129" custLinFactNeighborY="100000">
        <dgm:presLayoutVars>
          <dgm:bulletEnabled val="1"/>
        </dgm:presLayoutVars>
      </dgm:prSet>
      <dgm:spPr/>
    </dgm:pt>
    <dgm:pt modelId="{AFF2F1E6-8CB6-461D-8B17-2A35EC1B8FF0}" type="pres">
      <dgm:prSet presAssocID="{432BA9B2-0261-4A89-8E51-57A726F63E05}" presName="sp" presStyleCnt="0"/>
      <dgm:spPr/>
    </dgm:pt>
    <dgm:pt modelId="{B01020CE-FE17-4869-A142-4699A6DEDB68}" type="pres">
      <dgm:prSet presAssocID="{52C84A83-DB05-40CF-A805-257704D15A71}" presName="composite" presStyleCnt="0"/>
      <dgm:spPr/>
    </dgm:pt>
    <dgm:pt modelId="{B213C1A4-5192-4B20-BC6B-3DE5307DD5F1}" type="pres">
      <dgm:prSet presAssocID="{52C84A83-DB05-40CF-A805-257704D15A71}" presName="parentText" presStyleLbl="alignNode1" presStyleIdx="4" presStyleCnt="5" custLinFactNeighborX="862">
        <dgm:presLayoutVars>
          <dgm:chMax val="1"/>
          <dgm:bulletEnabled val="1"/>
        </dgm:presLayoutVars>
      </dgm:prSet>
      <dgm:spPr/>
    </dgm:pt>
    <dgm:pt modelId="{30D59109-104A-44FB-AA9E-B0ECCF82711E}" type="pres">
      <dgm:prSet presAssocID="{52C84A83-DB05-40CF-A805-257704D15A71}" presName="descendantText" presStyleLbl="alignAcc1" presStyleIdx="4" presStyleCnt="5" custLinFactY="-241039" custLinFactNeighborX="-60" custLinFactNeighborY="-300000">
        <dgm:presLayoutVars>
          <dgm:bulletEnabled val="1"/>
        </dgm:presLayoutVars>
      </dgm:prSet>
      <dgm:spPr/>
    </dgm:pt>
  </dgm:ptLst>
  <dgm:cxnLst>
    <dgm:cxn modelId="{2E19E804-517D-4E2C-AABD-342541CC8CBB}" type="presOf" srcId="{52C84A83-DB05-40CF-A805-257704D15A71}" destId="{B213C1A4-5192-4B20-BC6B-3DE5307DD5F1}" srcOrd="0" destOrd="0" presId="urn:microsoft.com/office/officeart/2005/8/layout/chevron2"/>
    <dgm:cxn modelId="{FFD37708-E94D-4ABA-A636-58D14CD4AB33}" srcId="{249CB17B-57E1-4EC4-8A81-ACDCBEC93DFD}" destId="{1F521637-3673-4FC2-B3B4-86637A42ED06}" srcOrd="0" destOrd="0" parTransId="{45BA4320-769A-4287-A5D5-1AF04EB73DE6}" sibTransId="{CF50C09C-CE4D-4C6A-906B-1F8F26D49DB4}"/>
    <dgm:cxn modelId="{6698E513-6CE1-44CB-8AC1-A1463654D32F}" type="presOf" srcId="{B7F79C43-D36C-461B-A339-3109F5E34F1F}" destId="{2E80589B-8714-4487-8BA7-0B97023757E3}" srcOrd="0" destOrd="0" presId="urn:microsoft.com/office/officeart/2005/8/layout/chevron2"/>
    <dgm:cxn modelId="{B37AD828-C651-4703-A74E-D85BFBF1A5B3}" srcId="{A77A06D0-8376-4499-920E-9CC9A9A75833}" destId="{CD7E16D6-6082-4554-BBF2-474C6CB379C7}" srcOrd="0" destOrd="0" parTransId="{3C68667A-E180-4BB1-937F-898B310CA276}" sibTransId="{D554A0A7-5BED-48E9-BA8C-5F4A064AFE57}"/>
    <dgm:cxn modelId="{974AF62E-7BFF-45DA-B478-1A1BEE0BA36C}" type="presOf" srcId="{249CB17B-57E1-4EC4-8A81-ACDCBEC93DFD}" destId="{B34D9A4B-75B2-4F0C-AA69-0D9344044F96}" srcOrd="0" destOrd="0" presId="urn:microsoft.com/office/officeart/2005/8/layout/chevron2"/>
    <dgm:cxn modelId="{F3A7573C-82E4-4768-B94F-3D331D7C8703}" srcId="{249CB17B-57E1-4EC4-8A81-ACDCBEC93DFD}" destId="{0654B57B-A08E-448D-9F16-8512362BA0FC}" srcOrd="2" destOrd="0" parTransId="{93C41BCB-09C4-402D-9DC4-2A0B440F3126}" sibTransId="{9C3B7F42-1841-47A2-BAE0-073658D31630}"/>
    <dgm:cxn modelId="{7C2F7B43-BF58-4009-9FA2-6871BA24179E}" type="presOf" srcId="{A77A06D0-8376-4499-920E-9CC9A9A75833}" destId="{F8DEA364-CDA1-4466-B09F-FA96F94D3BAE}" srcOrd="0" destOrd="0" presId="urn:microsoft.com/office/officeart/2005/8/layout/chevron2"/>
    <dgm:cxn modelId="{2F633949-15F1-46B8-9603-9470A69CE2B4}" type="presOf" srcId="{D7841EBA-4C56-4859-B80F-F0B1F5E7837B}" destId="{A0727357-922E-4B75-9740-0DAE2C9954C6}" srcOrd="0" destOrd="0" presId="urn:microsoft.com/office/officeart/2005/8/layout/chevron2"/>
    <dgm:cxn modelId="{69EB844A-3914-4ADC-B2C2-F85438D4E489}" type="presOf" srcId="{CD7E16D6-6082-4554-BBF2-474C6CB379C7}" destId="{0E25DDFE-91DD-4485-8CB3-BB29CEF9E642}" srcOrd="0" destOrd="0" presId="urn:microsoft.com/office/officeart/2005/8/layout/chevron2"/>
    <dgm:cxn modelId="{996A8174-F4A2-4355-ACA0-7BF318D5BF82}" srcId="{249CB17B-57E1-4EC4-8A81-ACDCBEC93DFD}" destId="{A77A06D0-8376-4499-920E-9CC9A9A75833}" srcOrd="3" destOrd="0" parTransId="{E4F2B5F8-7441-49CA-B038-6FF8DBA611BE}" sibTransId="{432BA9B2-0261-4A89-8E51-57A726F63E05}"/>
    <dgm:cxn modelId="{E0099594-E393-4053-8123-C2E848374A10}" srcId="{1F521637-3673-4FC2-B3B4-86637A42ED06}" destId="{B7F79C43-D36C-461B-A339-3109F5E34F1F}" srcOrd="0" destOrd="0" parTransId="{38441AE0-DD57-44BE-A043-86CAB1968B81}" sibTransId="{72302CBA-64F0-4C5B-8658-5BC826953E9C}"/>
    <dgm:cxn modelId="{B088109B-1A7B-484F-B22E-AEB62D48BE6B}" srcId="{249CB17B-57E1-4EC4-8A81-ACDCBEC93DFD}" destId="{8FF193DA-0143-43FC-9F2E-695885B20AA5}" srcOrd="1" destOrd="0" parTransId="{56EB8D79-5B79-4B16-980D-6518AE759A06}" sibTransId="{7AEF2870-1EFC-4FA2-A34B-5E40095F2824}"/>
    <dgm:cxn modelId="{69C450A2-9F7D-4F75-8917-5B99025DB5BF}" srcId="{249CB17B-57E1-4EC4-8A81-ACDCBEC93DFD}" destId="{52C84A83-DB05-40CF-A805-257704D15A71}" srcOrd="4" destOrd="0" parTransId="{057738DE-4E5F-44BF-A332-CABEF6EA5706}" sibTransId="{59DBF3C1-75CF-4197-B4D2-C6DA9411F7E9}"/>
    <dgm:cxn modelId="{7165D8A7-DD92-4C0D-8550-1EB13E238B65}" type="presOf" srcId="{0654B57B-A08E-448D-9F16-8512362BA0FC}" destId="{B9E2EAF0-1810-42A1-B0E6-EDDA2F65205D}" srcOrd="0" destOrd="0" presId="urn:microsoft.com/office/officeart/2005/8/layout/chevron2"/>
    <dgm:cxn modelId="{C2BCDBB1-8D30-4FFF-B703-61CF517A92B5}" type="presOf" srcId="{1F521637-3673-4FC2-B3B4-86637A42ED06}" destId="{53A4EC71-DBE3-4431-9702-D7FB6A51CA46}" srcOrd="0" destOrd="0" presId="urn:microsoft.com/office/officeart/2005/8/layout/chevron2"/>
    <dgm:cxn modelId="{037B18BD-7103-4FD0-9361-BB9F4A59AB00}" srcId="{52C84A83-DB05-40CF-A805-257704D15A71}" destId="{D091A958-350A-44C0-B643-40E4422BFEC8}" srcOrd="0" destOrd="0" parTransId="{F9F13B53-5CC9-417F-9FFE-37CD23774F96}" sibTransId="{D0472597-A88F-4B75-BE5D-01796FD41018}"/>
    <dgm:cxn modelId="{9CE15FCD-8E4E-4DC9-95B1-96E34F9741AA}" srcId="{8FF193DA-0143-43FC-9F2E-695885B20AA5}" destId="{CED4C86A-8320-4768-9EE1-962589493FA0}" srcOrd="0" destOrd="0" parTransId="{3AB785BD-6CB5-4C37-A229-B5C5C39CE1BD}" sibTransId="{33C337ED-EECE-4FB3-A309-D4EFCD4EDD19}"/>
    <dgm:cxn modelId="{7EEC0EDC-F668-41D7-ABE6-07EEC5AADFD6}" srcId="{0654B57B-A08E-448D-9F16-8512362BA0FC}" destId="{D7841EBA-4C56-4859-B80F-F0B1F5E7837B}" srcOrd="0" destOrd="0" parTransId="{E629E969-95F2-449B-AD4C-7A26FF72360A}" sibTransId="{18EE88DB-6A90-402B-9D61-79A1353A1F55}"/>
    <dgm:cxn modelId="{9BC3E9EC-32AD-417C-84B3-311AE72D4F00}" type="presOf" srcId="{CED4C86A-8320-4768-9EE1-962589493FA0}" destId="{6FA6451D-5C27-4E90-93F5-F48B5D8BFF99}" srcOrd="0" destOrd="0" presId="urn:microsoft.com/office/officeart/2005/8/layout/chevron2"/>
    <dgm:cxn modelId="{F89338F0-4B6C-4380-83C1-51709DC79603}" type="presOf" srcId="{8FF193DA-0143-43FC-9F2E-695885B20AA5}" destId="{532B79AB-B670-4464-8437-5B0A8353FE3B}" srcOrd="0" destOrd="0" presId="urn:microsoft.com/office/officeart/2005/8/layout/chevron2"/>
    <dgm:cxn modelId="{E695FFF9-CB7A-4E18-86EA-2DB0E465174A}" type="presOf" srcId="{D091A958-350A-44C0-B643-40E4422BFEC8}" destId="{30D59109-104A-44FB-AA9E-B0ECCF82711E}" srcOrd="0" destOrd="0" presId="urn:microsoft.com/office/officeart/2005/8/layout/chevron2"/>
    <dgm:cxn modelId="{84A2A7A1-A084-4513-AFD8-ABDA2C1F9658}" type="presParOf" srcId="{B34D9A4B-75B2-4F0C-AA69-0D9344044F96}" destId="{FFD1727E-4472-4419-9EE0-52DA931813FD}" srcOrd="0" destOrd="0" presId="urn:microsoft.com/office/officeart/2005/8/layout/chevron2"/>
    <dgm:cxn modelId="{AA6CA7D0-3087-4F61-8DE7-8A75707F7B7E}" type="presParOf" srcId="{FFD1727E-4472-4419-9EE0-52DA931813FD}" destId="{53A4EC71-DBE3-4431-9702-D7FB6A51CA46}" srcOrd="0" destOrd="0" presId="urn:microsoft.com/office/officeart/2005/8/layout/chevron2"/>
    <dgm:cxn modelId="{27B20EFF-0001-4DB9-8798-0DBA03CA4980}" type="presParOf" srcId="{FFD1727E-4472-4419-9EE0-52DA931813FD}" destId="{2E80589B-8714-4487-8BA7-0B97023757E3}" srcOrd="1" destOrd="0" presId="urn:microsoft.com/office/officeart/2005/8/layout/chevron2"/>
    <dgm:cxn modelId="{D7DE7962-804A-4E06-A613-B957EE3C15C1}" type="presParOf" srcId="{B34D9A4B-75B2-4F0C-AA69-0D9344044F96}" destId="{DDF25ED3-DFD7-455E-AC5A-0586E455FBB5}" srcOrd="1" destOrd="0" presId="urn:microsoft.com/office/officeart/2005/8/layout/chevron2"/>
    <dgm:cxn modelId="{580FCC7A-EDA0-40D8-9D6D-99F13087F995}" type="presParOf" srcId="{B34D9A4B-75B2-4F0C-AA69-0D9344044F96}" destId="{6DA8F45C-1E01-405E-BCFD-AB5C5EDE7354}" srcOrd="2" destOrd="0" presId="urn:microsoft.com/office/officeart/2005/8/layout/chevron2"/>
    <dgm:cxn modelId="{2E70434F-5E3D-4632-BAA6-E677B9F63E78}" type="presParOf" srcId="{6DA8F45C-1E01-405E-BCFD-AB5C5EDE7354}" destId="{532B79AB-B670-4464-8437-5B0A8353FE3B}" srcOrd="0" destOrd="0" presId="urn:microsoft.com/office/officeart/2005/8/layout/chevron2"/>
    <dgm:cxn modelId="{05207209-E4B6-4A33-BE6D-88BDEEF58DAB}" type="presParOf" srcId="{6DA8F45C-1E01-405E-BCFD-AB5C5EDE7354}" destId="{6FA6451D-5C27-4E90-93F5-F48B5D8BFF99}" srcOrd="1" destOrd="0" presId="urn:microsoft.com/office/officeart/2005/8/layout/chevron2"/>
    <dgm:cxn modelId="{7437D52F-F45D-4CA5-ADC1-C9DABCD40895}" type="presParOf" srcId="{B34D9A4B-75B2-4F0C-AA69-0D9344044F96}" destId="{321A12A8-4EF7-474F-BDCA-525B1D816D96}" srcOrd="3" destOrd="0" presId="urn:microsoft.com/office/officeart/2005/8/layout/chevron2"/>
    <dgm:cxn modelId="{3DC1F12D-C86D-42D2-87E3-EB54370814E6}" type="presParOf" srcId="{B34D9A4B-75B2-4F0C-AA69-0D9344044F96}" destId="{69C93A4B-20BB-40FA-9440-1A0C4FF574DC}" srcOrd="4" destOrd="0" presId="urn:microsoft.com/office/officeart/2005/8/layout/chevron2"/>
    <dgm:cxn modelId="{5D132399-7844-4F8B-98E6-E8844C0B44E3}" type="presParOf" srcId="{69C93A4B-20BB-40FA-9440-1A0C4FF574DC}" destId="{B9E2EAF0-1810-42A1-B0E6-EDDA2F65205D}" srcOrd="0" destOrd="0" presId="urn:microsoft.com/office/officeart/2005/8/layout/chevron2"/>
    <dgm:cxn modelId="{13958CAE-51B5-43E1-A77C-74281E9FB5C4}" type="presParOf" srcId="{69C93A4B-20BB-40FA-9440-1A0C4FF574DC}" destId="{A0727357-922E-4B75-9740-0DAE2C9954C6}" srcOrd="1" destOrd="0" presId="urn:microsoft.com/office/officeart/2005/8/layout/chevron2"/>
    <dgm:cxn modelId="{A85B2DD3-D8E3-4D2C-9853-5DE67AC65C9C}" type="presParOf" srcId="{B34D9A4B-75B2-4F0C-AA69-0D9344044F96}" destId="{192B771F-996E-463C-82BB-4E8775953C49}" srcOrd="5" destOrd="0" presId="urn:microsoft.com/office/officeart/2005/8/layout/chevron2"/>
    <dgm:cxn modelId="{E6FAD5F1-6DFA-4473-AC07-872B1BE9ADD5}" type="presParOf" srcId="{B34D9A4B-75B2-4F0C-AA69-0D9344044F96}" destId="{C321EDA9-8894-4AA9-8F1E-1F1CF8008659}" srcOrd="6" destOrd="0" presId="urn:microsoft.com/office/officeart/2005/8/layout/chevron2"/>
    <dgm:cxn modelId="{8EC89C5A-406A-4D16-A1E7-2D795B55CC02}" type="presParOf" srcId="{C321EDA9-8894-4AA9-8F1E-1F1CF8008659}" destId="{F8DEA364-CDA1-4466-B09F-FA96F94D3BAE}" srcOrd="0" destOrd="0" presId="urn:microsoft.com/office/officeart/2005/8/layout/chevron2"/>
    <dgm:cxn modelId="{ABAD07F9-E6F1-4214-A805-916FECFB3ABA}" type="presParOf" srcId="{C321EDA9-8894-4AA9-8F1E-1F1CF8008659}" destId="{0E25DDFE-91DD-4485-8CB3-BB29CEF9E642}" srcOrd="1" destOrd="0" presId="urn:microsoft.com/office/officeart/2005/8/layout/chevron2"/>
    <dgm:cxn modelId="{1D93AB0F-BFCC-4F79-A4B5-221648FCA9B6}" type="presParOf" srcId="{B34D9A4B-75B2-4F0C-AA69-0D9344044F96}" destId="{AFF2F1E6-8CB6-461D-8B17-2A35EC1B8FF0}" srcOrd="7" destOrd="0" presId="urn:microsoft.com/office/officeart/2005/8/layout/chevron2"/>
    <dgm:cxn modelId="{A68C9677-25DA-4EBA-BC01-4267760E6747}" type="presParOf" srcId="{B34D9A4B-75B2-4F0C-AA69-0D9344044F96}" destId="{B01020CE-FE17-4869-A142-4699A6DEDB68}" srcOrd="8" destOrd="0" presId="urn:microsoft.com/office/officeart/2005/8/layout/chevron2"/>
    <dgm:cxn modelId="{5A7A4662-8181-4E51-B05A-CA34FACD96E4}" type="presParOf" srcId="{B01020CE-FE17-4869-A142-4699A6DEDB68}" destId="{B213C1A4-5192-4B20-BC6B-3DE5307DD5F1}" srcOrd="0" destOrd="0" presId="urn:microsoft.com/office/officeart/2005/8/layout/chevron2"/>
    <dgm:cxn modelId="{80070500-16AB-49F9-A99A-04E8956FB2FC}" type="presParOf" srcId="{B01020CE-FE17-4869-A142-4699A6DEDB68}" destId="{30D59109-104A-44FB-AA9E-B0ECCF82711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79BFED-ED85-4CF1-9814-8625A9EC4D2B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8CC1D96-DCBE-40DF-A17D-21E0A995A959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99890EF8-7B05-4E48-9A38-A6FB014983AC}" type="parTrans" cxnId="{D8054E31-ED14-4FD6-AB0F-64453E4C91C9}">
      <dgm:prSet/>
      <dgm:spPr/>
      <dgm:t>
        <a:bodyPr/>
        <a:lstStyle/>
        <a:p>
          <a:endParaRPr lang="ru-RU"/>
        </a:p>
      </dgm:t>
    </dgm:pt>
    <dgm:pt modelId="{A1ED3ECC-211C-4E8B-8CE5-9FFD9FD12A3F}" type="sibTrans" cxnId="{D8054E31-ED14-4FD6-AB0F-64453E4C91C9}">
      <dgm:prSet/>
      <dgm:spPr/>
      <dgm:t>
        <a:bodyPr/>
        <a:lstStyle/>
        <a:p>
          <a:endParaRPr lang="ru-RU"/>
        </a:p>
      </dgm:t>
    </dgm:pt>
    <dgm:pt modelId="{ED4740A9-6817-4421-A6CC-FA7DDAD38871}">
      <dgm:prSet phldrT="[Текст]"/>
      <dgm:spPr/>
      <dgm:t>
        <a:bodyPr/>
        <a:lstStyle/>
        <a:p>
          <a:pPr>
            <a:buNone/>
          </a:pPr>
          <a:r>
            <a:rPr lang="ru-RU" dirty="0"/>
            <a:t>Базы данных</a:t>
          </a:r>
        </a:p>
      </dgm:t>
    </dgm:pt>
    <dgm:pt modelId="{E112BEF3-D708-4FD9-90AD-994180CC67A6}" type="parTrans" cxnId="{51908B22-3644-45C9-91D8-911D21540EBB}">
      <dgm:prSet/>
      <dgm:spPr/>
      <dgm:t>
        <a:bodyPr/>
        <a:lstStyle/>
        <a:p>
          <a:endParaRPr lang="ru-RU"/>
        </a:p>
      </dgm:t>
    </dgm:pt>
    <dgm:pt modelId="{9BC8094F-B21C-4CE6-A570-41623E6A2E38}" type="sibTrans" cxnId="{51908B22-3644-45C9-91D8-911D21540EBB}">
      <dgm:prSet/>
      <dgm:spPr/>
      <dgm:t>
        <a:bodyPr/>
        <a:lstStyle/>
        <a:p>
          <a:endParaRPr lang="ru-RU"/>
        </a:p>
      </dgm:t>
    </dgm:pt>
    <dgm:pt modelId="{8BB5174B-9E2C-4BA9-B587-800C6C48CC85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98763AF3-8421-4985-90B4-66A9BE7F8929}" type="parTrans" cxnId="{00EF5301-9E05-47BA-B145-B2E13F33270E}">
      <dgm:prSet/>
      <dgm:spPr/>
      <dgm:t>
        <a:bodyPr/>
        <a:lstStyle/>
        <a:p>
          <a:endParaRPr lang="ru-RU"/>
        </a:p>
      </dgm:t>
    </dgm:pt>
    <dgm:pt modelId="{07356A89-CB38-40F9-8FD6-D5685AA4AC65}" type="sibTrans" cxnId="{00EF5301-9E05-47BA-B145-B2E13F33270E}">
      <dgm:prSet/>
      <dgm:spPr/>
      <dgm:t>
        <a:bodyPr/>
        <a:lstStyle/>
        <a:p>
          <a:endParaRPr lang="ru-RU"/>
        </a:p>
      </dgm:t>
    </dgm:pt>
    <dgm:pt modelId="{318F69AC-2C2C-4CE2-BFEF-E4D003C9A127}">
      <dgm:prSet phldrT="[Текст]"/>
      <dgm:spPr/>
      <dgm:t>
        <a:bodyPr/>
        <a:lstStyle/>
        <a:p>
          <a:pPr>
            <a:buNone/>
          </a:pPr>
          <a:r>
            <a:rPr lang="ru-RU" dirty="0"/>
            <a:t>Методы искусственного интеллекта</a:t>
          </a:r>
        </a:p>
      </dgm:t>
    </dgm:pt>
    <dgm:pt modelId="{59B6D174-009E-4EC1-9F67-5C721CB467DD}" type="parTrans" cxnId="{C83B802B-06E2-41BE-9276-8B0DCACCFDAE}">
      <dgm:prSet/>
      <dgm:spPr/>
      <dgm:t>
        <a:bodyPr/>
        <a:lstStyle/>
        <a:p>
          <a:endParaRPr lang="ru-RU"/>
        </a:p>
      </dgm:t>
    </dgm:pt>
    <dgm:pt modelId="{F0E2B696-9319-4B0D-AFF0-F63ADC649989}" type="sibTrans" cxnId="{C83B802B-06E2-41BE-9276-8B0DCACCFDAE}">
      <dgm:prSet/>
      <dgm:spPr/>
      <dgm:t>
        <a:bodyPr/>
        <a:lstStyle/>
        <a:p>
          <a:endParaRPr lang="ru-RU"/>
        </a:p>
      </dgm:t>
    </dgm:pt>
    <dgm:pt modelId="{C1DC1AA8-2BCA-43B1-94ED-39F113EC0D2C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9ABC357A-C767-4F72-A613-9287DCBAB9DF}" type="parTrans" cxnId="{DAB496DD-7581-4827-87C1-3577CA729E38}">
      <dgm:prSet/>
      <dgm:spPr/>
      <dgm:t>
        <a:bodyPr/>
        <a:lstStyle/>
        <a:p>
          <a:endParaRPr lang="ru-RU"/>
        </a:p>
      </dgm:t>
    </dgm:pt>
    <dgm:pt modelId="{814461F6-26E8-4654-8422-B2EB28B129A8}" type="sibTrans" cxnId="{DAB496DD-7581-4827-87C1-3577CA729E38}">
      <dgm:prSet/>
      <dgm:spPr/>
      <dgm:t>
        <a:bodyPr/>
        <a:lstStyle/>
        <a:p>
          <a:endParaRPr lang="ru-RU"/>
        </a:p>
      </dgm:t>
    </dgm:pt>
    <dgm:pt modelId="{88A9555D-FA23-4C50-A54B-6976C758E7AD}">
      <dgm:prSet phldrT="[Текст]"/>
      <dgm:spPr/>
      <dgm:t>
        <a:bodyPr/>
        <a:lstStyle/>
        <a:p>
          <a:pPr>
            <a:buNone/>
          </a:pPr>
          <a:r>
            <a:rPr lang="ru-RU" dirty="0"/>
            <a:t>Дискретная математика и математический анализ</a:t>
          </a:r>
        </a:p>
      </dgm:t>
    </dgm:pt>
    <dgm:pt modelId="{47086541-4E0E-425C-B716-F9A03A0A63BC}" type="parTrans" cxnId="{442884A5-A6B4-4B0B-8365-190D0130C888}">
      <dgm:prSet/>
      <dgm:spPr/>
      <dgm:t>
        <a:bodyPr/>
        <a:lstStyle/>
        <a:p>
          <a:endParaRPr lang="ru-RU"/>
        </a:p>
      </dgm:t>
    </dgm:pt>
    <dgm:pt modelId="{2E0A8FD8-9F0C-4C24-95BE-5A872CF08E11}" type="sibTrans" cxnId="{442884A5-A6B4-4B0B-8365-190D0130C888}">
      <dgm:prSet/>
      <dgm:spPr/>
      <dgm:t>
        <a:bodyPr/>
        <a:lstStyle/>
        <a:p>
          <a:endParaRPr lang="ru-RU"/>
        </a:p>
      </dgm:t>
    </dgm:pt>
    <dgm:pt modelId="{A965DE83-B8E5-4F75-8AA1-B091B396BACE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3C7C00EB-3C5E-4B4F-A5FD-6B03D7F95B25}" type="parTrans" cxnId="{FE0DCAD9-3314-4DAF-8496-3F90B2F7806C}">
      <dgm:prSet/>
      <dgm:spPr/>
      <dgm:t>
        <a:bodyPr/>
        <a:lstStyle/>
        <a:p>
          <a:endParaRPr lang="ru-RU"/>
        </a:p>
      </dgm:t>
    </dgm:pt>
    <dgm:pt modelId="{3DFA336C-9B5D-40FD-9506-8657632908CE}" type="sibTrans" cxnId="{FE0DCAD9-3314-4DAF-8496-3F90B2F7806C}">
      <dgm:prSet/>
      <dgm:spPr/>
      <dgm:t>
        <a:bodyPr/>
        <a:lstStyle/>
        <a:p>
          <a:endParaRPr lang="ru-RU"/>
        </a:p>
      </dgm:t>
    </dgm:pt>
    <dgm:pt modelId="{588F224C-16C5-4114-B6EF-F1E7CD6FA807}">
      <dgm:prSet phldrT="[Текст]"/>
      <dgm:spPr/>
      <dgm:t>
        <a:bodyPr/>
        <a:lstStyle/>
        <a:p>
          <a:pPr>
            <a:buNone/>
          </a:pPr>
          <a:r>
            <a:rPr lang="ru-RU" dirty="0"/>
            <a:t>Структуры данных и алгоритмы</a:t>
          </a:r>
        </a:p>
      </dgm:t>
    </dgm:pt>
    <dgm:pt modelId="{D64B084C-1BF3-4F06-AA26-ECA12B29F5E4}" type="parTrans" cxnId="{B277A411-A44E-4241-BA9F-B03504BBF6E7}">
      <dgm:prSet/>
      <dgm:spPr/>
      <dgm:t>
        <a:bodyPr/>
        <a:lstStyle/>
        <a:p>
          <a:endParaRPr lang="ru-RU"/>
        </a:p>
      </dgm:t>
    </dgm:pt>
    <dgm:pt modelId="{EF4E7C4E-DC0C-4632-AB7A-4ADF00AAB1A2}" type="sibTrans" cxnId="{B277A411-A44E-4241-BA9F-B03504BBF6E7}">
      <dgm:prSet/>
      <dgm:spPr/>
      <dgm:t>
        <a:bodyPr/>
        <a:lstStyle/>
        <a:p>
          <a:endParaRPr lang="ru-RU"/>
        </a:p>
      </dgm:t>
    </dgm:pt>
    <dgm:pt modelId="{77C161B4-676D-4F38-85CE-D0B4D5647DA7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437B130E-528D-4707-9B62-50E648CF2A94}" type="parTrans" cxnId="{1857D607-DD97-4B23-9DE4-1087C32AE0FC}">
      <dgm:prSet/>
      <dgm:spPr/>
      <dgm:t>
        <a:bodyPr/>
        <a:lstStyle/>
        <a:p>
          <a:endParaRPr lang="ru-RU"/>
        </a:p>
      </dgm:t>
    </dgm:pt>
    <dgm:pt modelId="{B583104A-782F-456A-BA4A-EFFF6352640A}" type="sibTrans" cxnId="{1857D607-DD97-4B23-9DE4-1087C32AE0FC}">
      <dgm:prSet/>
      <dgm:spPr/>
      <dgm:t>
        <a:bodyPr/>
        <a:lstStyle/>
        <a:p>
          <a:endParaRPr lang="ru-RU"/>
        </a:p>
      </dgm:t>
    </dgm:pt>
    <dgm:pt modelId="{28F0DE0C-9276-4ACC-BDEF-A12FD844E5D3}">
      <dgm:prSet phldrT="[Текст]"/>
      <dgm:spPr/>
      <dgm:t>
        <a:bodyPr/>
        <a:lstStyle/>
        <a:p>
          <a:pPr>
            <a:buNone/>
          </a:pPr>
          <a:r>
            <a:rPr lang="ru-RU" dirty="0"/>
            <a:t>Операционные системы и сети</a:t>
          </a:r>
        </a:p>
      </dgm:t>
    </dgm:pt>
    <dgm:pt modelId="{31824BA1-9A9B-48FC-9952-E40888AC3FF1}" type="parTrans" cxnId="{8379D9BB-EF29-4F6B-B9BB-C487DF0E266A}">
      <dgm:prSet/>
      <dgm:spPr/>
      <dgm:t>
        <a:bodyPr/>
        <a:lstStyle/>
        <a:p>
          <a:endParaRPr lang="ru-RU"/>
        </a:p>
      </dgm:t>
    </dgm:pt>
    <dgm:pt modelId="{DC7D3DF7-5737-40B5-9F79-7D5929755427}" type="sibTrans" cxnId="{8379D9BB-EF29-4F6B-B9BB-C487DF0E266A}">
      <dgm:prSet/>
      <dgm:spPr/>
      <dgm:t>
        <a:bodyPr/>
        <a:lstStyle/>
        <a:p>
          <a:endParaRPr lang="ru-RU"/>
        </a:p>
      </dgm:t>
    </dgm:pt>
    <dgm:pt modelId="{BA065FDA-F59B-49F6-8B2B-524051370E90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E4325676-FAAE-49B5-8AF2-11AEF1D1A3C3}" type="parTrans" cxnId="{46DEC12A-8B99-4A3C-BBFB-2123ADFD8548}">
      <dgm:prSet/>
      <dgm:spPr/>
      <dgm:t>
        <a:bodyPr/>
        <a:lstStyle/>
        <a:p>
          <a:endParaRPr lang="ru-RU"/>
        </a:p>
      </dgm:t>
    </dgm:pt>
    <dgm:pt modelId="{96EBAC6D-DC52-453F-9040-FC6514AD0399}" type="sibTrans" cxnId="{46DEC12A-8B99-4A3C-BBFB-2123ADFD8548}">
      <dgm:prSet/>
      <dgm:spPr/>
      <dgm:t>
        <a:bodyPr/>
        <a:lstStyle/>
        <a:p>
          <a:endParaRPr lang="ru-RU"/>
        </a:p>
      </dgm:t>
    </dgm:pt>
    <dgm:pt modelId="{E676FF60-49CE-49C4-8369-302FB8BA361B}">
      <dgm:prSet phldrT="[Текст]"/>
      <dgm:spPr/>
      <dgm:t>
        <a:bodyPr/>
        <a:lstStyle/>
        <a:p>
          <a:pPr>
            <a:buNone/>
          </a:pPr>
          <a:r>
            <a:rPr lang="ru-RU" dirty="0"/>
            <a:t>Программирование на языке Python</a:t>
          </a:r>
        </a:p>
      </dgm:t>
    </dgm:pt>
    <dgm:pt modelId="{16FF96C6-5248-43AC-9270-8C0CFDEB0E59}" type="parTrans" cxnId="{5DC4286B-4225-470B-852D-15170A8ABF38}">
      <dgm:prSet/>
      <dgm:spPr/>
      <dgm:t>
        <a:bodyPr/>
        <a:lstStyle/>
        <a:p>
          <a:endParaRPr lang="ru-RU"/>
        </a:p>
      </dgm:t>
    </dgm:pt>
    <dgm:pt modelId="{BDBC9480-2D61-4484-80BF-2AEA54984DE7}" type="sibTrans" cxnId="{5DC4286B-4225-470B-852D-15170A8ABF38}">
      <dgm:prSet/>
      <dgm:spPr/>
      <dgm:t>
        <a:bodyPr/>
        <a:lstStyle/>
        <a:p>
          <a:endParaRPr lang="ru-RU"/>
        </a:p>
      </dgm:t>
    </dgm:pt>
    <dgm:pt modelId="{B5B52E0A-0720-42DD-9232-734DDE1AFA45}">
      <dgm:prSet phldrT="[Текст]"/>
      <dgm:spPr/>
      <dgm:t>
        <a:bodyPr/>
        <a:lstStyle/>
        <a:p>
          <a:pPr>
            <a:buNone/>
          </a:pPr>
          <a:r>
            <a:rPr lang="ru-RU" dirty="0"/>
            <a:t>(BD-2.3, BD-3.1 Б, BD-5.1 Б)</a:t>
          </a:r>
        </a:p>
      </dgm:t>
    </dgm:pt>
    <dgm:pt modelId="{FFE5CAE3-E97F-46F6-95FF-8912554377A9}" type="parTrans" cxnId="{F867DDC1-FC76-4FEE-BF8E-3C76835F43B7}">
      <dgm:prSet/>
      <dgm:spPr/>
      <dgm:t>
        <a:bodyPr/>
        <a:lstStyle/>
        <a:p>
          <a:endParaRPr lang="ru-RU"/>
        </a:p>
      </dgm:t>
    </dgm:pt>
    <dgm:pt modelId="{06F67B9C-761D-48CF-AAB1-61969084A238}" type="sibTrans" cxnId="{F867DDC1-FC76-4FEE-BF8E-3C76835F43B7}">
      <dgm:prSet/>
      <dgm:spPr/>
      <dgm:t>
        <a:bodyPr/>
        <a:lstStyle/>
        <a:p>
          <a:endParaRPr lang="ru-RU"/>
        </a:p>
      </dgm:t>
    </dgm:pt>
    <dgm:pt modelId="{1D3E400B-7CF9-4FE4-BA2A-A336DFD17100}">
      <dgm:prSet phldrT="[Текст]"/>
      <dgm:spPr/>
      <dgm:t>
        <a:bodyPr/>
        <a:lstStyle/>
        <a:p>
          <a:pPr>
            <a:buNone/>
          </a:pPr>
          <a:r>
            <a:rPr lang="ru-RU" dirty="0"/>
            <a:t>(BD-2.2 Б, BD-5.2 Б)</a:t>
          </a:r>
        </a:p>
      </dgm:t>
    </dgm:pt>
    <dgm:pt modelId="{0BCAB4B2-DC85-4EE4-B593-B0832CBAA277}" type="parTrans" cxnId="{15754596-7824-4478-BA71-55D5A3D7F890}">
      <dgm:prSet/>
      <dgm:spPr/>
      <dgm:t>
        <a:bodyPr/>
        <a:lstStyle/>
        <a:p>
          <a:endParaRPr lang="ru-RU"/>
        </a:p>
      </dgm:t>
    </dgm:pt>
    <dgm:pt modelId="{096FDC34-2A4D-4D50-8B4C-C5D24AD7197C}" type="sibTrans" cxnId="{15754596-7824-4478-BA71-55D5A3D7F890}">
      <dgm:prSet/>
      <dgm:spPr/>
      <dgm:t>
        <a:bodyPr/>
        <a:lstStyle/>
        <a:p>
          <a:endParaRPr lang="ru-RU"/>
        </a:p>
      </dgm:t>
    </dgm:pt>
    <dgm:pt modelId="{57B00B09-EA70-4351-BB35-62EC7C9F6ED1}">
      <dgm:prSet phldrT="[Текст]"/>
      <dgm:spPr/>
      <dgm:t>
        <a:bodyPr/>
        <a:lstStyle/>
        <a:p>
          <a:pPr>
            <a:buNone/>
          </a:pPr>
          <a:r>
            <a:rPr lang="ru-RU" dirty="0"/>
            <a:t>(BD-1.1 Б, BD-1.4)</a:t>
          </a:r>
        </a:p>
      </dgm:t>
    </dgm:pt>
    <dgm:pt modelId="{63479A7D-3E4C-4BD3-B57D-685E5D2CAF91}" type="parTrans" cxnId="{03F62F50-BB70-4550-80A3-7C435E69FE27}">
      <dgm:prSet/>
      <dgm:spPr/>
      <dgm:t>
        <a:bodyPr/>
        <a:lstStyle/>
        <a:p>
          <a:endParaRPr lang="ru-RU"/>
        </a:p>
      </dgm:t>
    </dgm:pt>
    <dgm:pt modelId="{AABB3D25-5C80-44AE-BD98-AC8450E63E3F}" type="sibTrans" cxnId="{03F62F50-BB70-4550-80A3-7C435E69FE27}">
      <dgm:prSet/>
      <dgm:spPr/>
      <dgm:t>
        <a:bodyPr/>
        <a:lstStyle/>
        <a:p>
          <a:endParaRPr lang="ru-RU"/>
        </a:p>
      </dgm:t>
    </dgm:pt>
    <dgm:pt modelId="{51D25C40-6C0C-445E-AF77-57DE082229F3}">
      <dgm:prSet phldrT="[Текст]"/>
      <dgm:spPr/>
      <dgm:t>
        <a:bodyPr/>
        <a:lstStyle/>
        <a:p>
          <a:pPr>
            <a:buNone/>
          </a:pPr>
          <a:r>
            <a:rPr lang="ru-RU" dirty="0"/>
            <a:t>(BD-3.2, BD-4.1 Б)</a:t>
          </a:r>
        </a:p>
      </dgm:t>
    </dgm:pt>
    <dgm:pt modelId="{7FE9BD20-59C6-4159-A8C0-D01FB368A33B}" type="parTrans" cxnId="{DB018DB2-2C36-4B6C-A25A-BCE52EA5640B}">
      <dgm:prSet/>
      <dgm:spPr/>
      <dgm:t>
        <a:bodyPr/>
        <a:lstStyle/>
        <a:p>
          <a:endParaRPr lang="ru-RU"/>
        </a:p>
      </dgm:t>
    </dgm:pt>
    <dgm:pt modelId="{2D6018D9-4EC8-4FAC-A140-DE684A12103E}" type="sibTrans" cxnId="{DB018DB2-2C36-4B6C-A25A-BCE52EA5640B}">
      <dgm:prSet/>
      <dgm:spPr/>
      <dgm:t>
        <a:bodyPr/>
        <a:lstStyle/>
        <a:p>
          <a:endParaRPr lang="ru-RU"/>
        </a:p>
      </dgm:t>
    </dgm:pt>
    <dgm:pt modelId="{9D7EB8F6-7093-48BC-A9E3-FEA36B41C295}">
      <dgm:prSet phldrT="[Текст]"/>
      <dgm:spPr/>
      <dgm:t>
        <a:bodyPr/>
        <a:lstStyle/>
        <a:p>
          <a:pPr>
            <a:buNone/>
          </a:pPr>
          <a:r>
            <a:rPr lang="ru-RU" dirty="0"/>
            <a:t>(BD-4.3 Б)</a:t>
          </a:r>
        </a:p>
      </dgm:t>
    </dgm:pt>
    <dgm:pt modelId="{EF30CE76-09AC-47D3-8859-704CA4BA3F63}" type="parTrans" cxnId="{69817788-E877-416C-BBEB-3C2F6F75420A}">
      <dgm:prSet/>
      <dgm:spPr/>
      <dgm:t>
        <a:bodyPr/>
        <a:lstStyle/>
        <a:p>
          <a:endParaRPr lang="ru-RU"/>
        </a:p>
      </dgm:t>
    </dgm:pt>
    <dgm:pt modelId="{20FC7D86-8A7A-467A-9ECA-2805B3752F26}" type="sibTrans" cxnId="{69817788-E877-416C-BBEB-3C2F6F75420A}">
      <dgm:prSet/>
      <dgm:spPr/>
      <dgm:t>
        <a:bodyPr/>
        <a:lstStyle/>
        <a:p>
          <a:endParaRPr lang="ru-RU"/>
        </a:p>
      </dgm:t>
    </dgm:pt>
    <dgm:pt modelId="{5737A89D-1154-4240-8F87-C026957967C4}">
      <dgm:prSet phldrT="[Текст]"/>
      <dgm:spPr/>
      <dgm:t>
        <a:bodyPr/>
        <a:lstStyle/>
        <a:p>
          <a:pPr>
            <a:buNone/>
          </a:pPr>
          <a:r>
            <a:rPr lang="ru-RU" dirty="0"/>
            <a:t>(PL-1.1 Б)</a:t>
          </a:r>
        </a:p>
      </dgm:t>
    </dgm:pt>
    <dgm:pt modelId="{C28717C2-5B3A-477A-851E-83BB99B0B0EA}" type="parTrans" cxnId="{6A52C299-04EF-4015-981E-05985A684ED6}">
      <dgm:prSet/>
      <dgm:spPr/>
      <dgm:t>
        <a:bodyPr/>
        <a:lstStyle/>
        <a:p>
          <a:endParaRPr lang="ru-RU"/>
        </a:p>
      </dgm:t>
    </dgm:pt>
    <dgm:pt modelId="{D9A8FEF2-6B02-40B7-8005-D93430B6E95B}" type="sibTrans" cxnId="{6A52C299-04EF-4015-981E-05985A684ED6}">
      <dgm:prSet/>
      <dgm:spPr/>
      <dgm:t>
        <a:bodyPr/>
        <a:lstStyle/>
        <a:p>
          <a:endParaRPr lang="ru-RU"/>
        </a:p>
      </dgm:t>
    </dgm:pt>
    <dgm:pt modelId="{42FF3657-0461-4BC9-A062-6004AE3BEB30}" type="pres">
      <dgm:prSet presAssocID="{A079BFED-ED85-4CF1-9814-8625A9EC4D2B}" presName="linearFlow" presStyleCnt="0">
        <dgm:presLayoutVars>
          <dgm:dir/>
          <dgm:animLvl val="lvl"/>
          <dgm:resizeHandles val="exact"/>
        </dgm:presLayoutVars>
      </dgm:prSet>
      <dgm:spPr/>
    </dgm:pt>
    <dgm:pt modelId="{F6E208D2-CDC6-4067-92DF-4E1AFE5106EF}" type="pres">
      <dgm:prSet presAssocID="{A8CC1D96-DCBE-40DF-A17D-21E0A995A959}" presName="composite" presStyleCnt="0"/>
      <dgm:spPr/>
    </dgm:pt>
    <dgm:pt modelId="{88298BE6-4687-440F-B7F8-BAC11925C238}" type="pres">
      <dgm:prSet presAssocID="{A8CC1D96-DCBE-40DF-A17D-21E0A995A959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CF5B8591-966C-40AB-BCFF-E48E18D99504}" type="pres">
      <dgm:prSet presAssocID="{A8CC1D96-DCBE-40DF-A17D-21E0A995A959}" presName="descendantText" presStyleLbl="alignAcc1" presStyleIdx="0" presStyleCnt="6">
        <dgm:presLayoutVars>
          <dgm:bulletEnabled val="1"/>
        </dgm:presLayoutVars>
      </dgm:prSet>
      <dgm:spPr/>
    </dgm:pt>
    <dgm:pt modelId="{E5967568-BD18-404A-8834-7F1AD39CBEB6}" type="pres">
      <dgm:prSet presAssocID="{A1ED3ECC-211C-4E8B-8CE5-9FFD9FD12A3F}" presName="sp" presStyleCnt="0"/>
      <dgm:spPr/>
    </dgm:pt>
    <dgm:pt modelId="{0F6EA306-5771-4570-89A4-CCE41B2A2D8A}" type="pres">
      <dgm:prSet presAssocID="{8BB5174B-9E2C-4BA9-B587-800C6C48CC85}" presName="composite" presStyleCnt="0"/>
      <dgm:spPr/>
    </dgm:pt>
    <dgm:pt modelId="{57CF5B79-C04C-4ACC-B36A-9D30A04C178E}" type="pres">
      <dgm:prSet presAssocID="{8BB5174B-9E2C-4BA9-B587-800C6C48CC85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E78088D6-3802-4D24-99B4-C5C1EAADC26E}" type="pres">
      <dgm:prSet presAssocID="{8BB5174B-9E2C-4BA9-B587-800C6C48CC85}" presName="descendantText" presStyleLbl="alignAcc1" presStyleIdx="1" presStyleCnt="6">
        <dgm:presLayoutVars>
          <dgm:bulletEnabled val="1"/>
        </dgm:presLayoutVars>
      </dgm:prSet>
      <dgm:spPr/>
    </dgm:pt>
    <dgm:pt modelId="{BECED7CC-B573-49AA-B502-7077AE7CD76E}" type="pres">
      <dgm:prSet presAssocID="{07356A89-CB38-40F9-8FD6-D5685AA4AC65}" presName="sp" presStyleCnt="0"/>
      <dgm:spPr/>
    </dgm:pt>
    <dgm:pt modelId="{72A41F4F-6838-473C-98A8-EA53E6095AFC}" type="pres">
      <dgm:prSet presAssocID="{C1DC1AA8-2BCA-43B1-94ED-39F113EC0D2C}" presName="composite" presStyleCnt="0"/>
      <dgm:spPr/>
    </dgm:pt>
    <dgm:pt modelId="{F2389195-C876-4807-8D8A-7B53524EEF60}" type="pres">
      <dgm:prSet presAssocID="{C1DC1AA8-2BCA-43B1-94ED-39F113EC0D2C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533614CE-C676-4C20-A9DB-13B9AB3B4E10}" type="pres">
      <dgm:prSet presAssocID="{C1DC1AA8-2BCA-43B1-94ED-39F113EC0D2C}" presName="descendantText" presStyleLbl="alignAcc1" presStyleIdx="2" presStyleCnt="6">
        <dgm:presLayoutVars>
          <dgm:bulletEnabled val="1"/>
        </dgm:presLayoutVars>
      </dgm:prSet>
      <dgm:spPr/>
    </dgm:pt>
    <dgm:pt modelId="{47BB0FA6-E3B2-4E46-A28C-E6C21F82D52A}" type="pres">
      <dgm:prSet presAssocID="{814461F6-26E8-4654-8422-B2EB28B129A8}" presName="sp" presStyleCnt="0"/>
      <dgm:spPr/>
    </dgm:pt>
    <dgm:pt modelId="{98DED7A9-A34F-4B1A-A9CE-A2256AF4F37E}" type="pres">
      <dgm:prSet presAssocID="{A965DE83-B8E5-4F75-8AA1-B091B396BACE}" presName="composite" presStyleCnt="0"/>
      <dgm:spPr/>
    </dgm:pt>
    <dgm:pt modelId="{C8C8358F-4025-47ED-B6BA-011E9E72EBEE}" type="pres">
      <dgm:prSet presAssocID="{A965DE83-B8E5-4F75-8AA1-B091B396BACE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FEF520A2-B89C-42D2-911E-1B0F7C261659}" type="pres">
      <dgm:prSet presAssocID="{A965DE83-B8E5-4F75-8AA1-B091B396BACE}" presName="descendantText" presStyleLbl="alignAcc1" presStyleIdx="3" presStyleCnt="6">
        <dgm:presLayoutVars>
          <dgm:bulletEnabled val="1"/>
        </dgm:presLayoutVars>
      </dgm:prSet>
      <dgm:spPr/>
    </dgm:pt>
    <dgm:pt modelId="{F8146FEA-F09F-4255-A468-346EF093AB02}" type="pres">
      <dgm:prSet presAssocID="{3DFA336C-9B5D-40FD-9506-8657632908CE}" presName="sp" presStyleCnt="0"/>
      <dgm:spPr/>
    </dgm:pt>
    <dgm:pt modelId="{E95FEA03-6C2C-4C7A-BC02-FE096E23D619}" type="pres">
      <dgm:prSet presAssocID="{77C161B4-676D-4F38-85CE-D0B4D5647DA7}" presName="composite" presStyleCnt="0"/>
      <dgm:spPr/>
    </dgm:pt>
    <dgm:pt modelId="{9312E77D-4097-4F09-9D74-A1EA3F26FC36}" type="pres">
      <dgm:prSet presAssocID="{77C161B4-676D-4F38-85CE-D0B4D5647DA7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16CF9097-208A-42C1-A3BB-8C5271FB198D}" type="pres">
      <dgm:prSet presAssocID="{77C161B4-676D-4F38-85CE-D0B4D5647DA7}" presName="descendantText" presStyleLbl="alignAcc1" presStyleIdx="4" presStyleCnt="6">
        <dgm:presLayoutVars>
          <dgm:bulletEnabled val="1"/>
        </dgm:presLayoutVars>
      </dgm:prSet>
      <dgm:spPr/>
    </dgm:pt>
    <dgm:pt modelId="{DDFDEC48-4DA4-400F-A77F-A0D10FA819A6}" type="pres">
      <dgm:prSet presAssocID="{B583104A-782F-456A-BA4A-EFFF6352640A}" presName="sp" presStyleCnt="0"/>
      <dgm:spPr/>
    </dgm:pt>
    <dgm:pt modelId="{F9647509-28C9-4C05-BBEA-BAD89931C3FF}" type="pres">
      <dgm:prSet presAssocID="{BA065FDA-F59B-49F6-8B2B-524051370E90}" presName="composite" presStyleCnt="0"/>
      <dgm:spPr/>
    </dgm:pt>
    <dgm:pt modelId="{01F455F1-A8B8-4D16-A6FF-BF5378D8D820}" type="pres">
      <dgm:prSet presAssocID="{BA065FDA-F59B-49F6-8B2B-524051370E90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98161CF1-1CA5-4E3F-86B3-B4F7CCAD69C7}" type="pres">
      <dgm:prSet presAssocID="{BA065FDA-F59B-49F6-8B2B-524051370E90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00EF5301-9E05-47BA-B145-B2E13F33270E}" srcId="{A079BFED-ED85-4CF1-9814-8625A9EC4D2B}" destId="{8BB5174B-9E2C-4BA9-B587-800C6C48CC85}" srcOrd="1" destOrd="0" parTransId="{98763AF3-8421-4985-90B4-66A9BE7F8929}" sibTransId="{07356A89-CB38-40F9-8FD6-D5685AA4AC65}"/>
    <dgm:cxn modelId="{1857D607-DD97-4B23-9DE4-1087C32AE0FC}" srcId="{A079BFED-ED85-4CF1-9814-8625A9EC4D2B}" destId="{77C161B4-676D-4F38-85CE-D0B4D5647DA7}" srcOrd="4" destOrd="0" parTransId="{437B130E-528D-4707-9B62-50E648CF2A94}" sibTransId="{B583104A-782F-456A-BA4A-EFFF6352640A}"/>
    <dgm:cxn modelId="{14F8A80C-7386-4FFF-83B1-9CB65C5F92B3}" type="presOf" srcId="{A079BFED-ED85-4CF1-9814-8625A9EC4D2B}" destId="{42FF3657-0461-4BC9-A062-6004AE3BEB30}" srcOrd="0" destOrd="0" presId="urn:microsoft.com/office/officeart/2005/8/layout/chevron2"/>
    <dgm:cxn modelId="{B277A411-A44E-4241-BA9F-B03504BBF6E7}" srcId="{A965DE83-B8E5-4F75-8AA1-B091B396BACE}" destId="{588F224C-16C5-4114-B6EF-F1E7CD6FA807}" srcOrd="0" destOrd="0" parTransId="{D64B084C-1BF3-4F06-AA26-ECA12B29F5E4}" sibTransId="{EF4E7C4E-DC0C-4632-AB7A-4ADF00AAB1A2}"/>
    <dgm:cxn modelId="{51908B22-3644-45C9-91D8-911D21540EBB}" srcId="{A8CC1D96-DCBE-40DF-A17D-21E0A995A959}" destId="{ED4740A9-6817-4421-A6CC-FA7DDAD38871}" srcOrd="0" destOrd="0" parTransId="{E112BEF3-D708-4FD9-90AD-994180CC67A6}" sibTransId="{9BC8094F-B21C-4CE6-A570-41623E6A2E38}"/>
    <dgm:cxn modelId="{0733E028-C35A-4BEA-8AF8-ADD776CE4A21}" type="presOf" srcId="{BA065FDA-F59B-49F6-8B2B-524051370E90}" destId="{01F455F1-A8B8-4D16-A6FF-BF5378D8D820}" srcOrd="0" destOrd="0" presId="urn:microsoft.com/office/officeart/2005/8/layout/chevron2"/>
    <dgm:cxn modelId="{46DEC12A-8B99-4A3C-BBFB-2123ADFD8548}" srcId="{A079BFED-ED85-4CF1-9814-8625A9EC4D2B}" destId="{BA065FDA-F59B-49F6-8B2B-524051370E90}" srcOrd="5" destOrd="0" parTransId="{E4325676-FAAE-49B5-8AF2-11AEF1D1A3C3}" sibTransId="{96EBAC6D-DC52-453F-9040-FC6514AD0399}"/>
    <dgm:cxn modelId="{C83B802B-06E2-41BE-9276-8B0DCACCFDAE}" srcId="{8BB5174B-9E2C-4BA9-B587-800C6C48CC85}" destId="{318F69AC-2C2C-4CE2-BFEF-E4D003C9A127}" srcOrd="0" destOrd="0" parTransId="{59B6D174-009E-4EC1-9F67-5C721CB467DD}" sibTransId="{F0E2B696-9319-4B0D-AFF0-F63ADC649989}"/>
    <dgm:cxn modelId="{D8054E31-ED14-4FD6-AB0F-64453E4C91C9}" srcId="{A079BFED-ED85-4CF1-9814-8625A9EC4D2B}" destId="{A8CC1D96-DCBE-40DF-A17D-21E0A995A959}" srcOrd="0" destOrd="0" parTransId="{99890EF8-7B05-4E48-9A38-A6FB014983AC}" sibTransId="{A1ED3ECC-211C-4E8B-8CE5-9FFD9FD12A3F}"/>
    <dgm:cxn modelId="{895ACA3C-15CA-49E8-B4F9-CDBED665CB3B}" type="presOf" srcId="{8BB5174B-9E2C-4BA9-B587-800C6C48CC85}" destId="{57CF5B79-C04C-4ACC-B36A-9D30A04C178E}" srcOrd="0" destOrd="0" presId="urn:microsoft.com/office/officeart/2005/8/layout/chevron2"/>
    <dgm:cxn modelId="{C5E87A61-47AD-44BF-BF3F-DEE292550DB6}" type="presOf" srcId="{A965DE83-B8E5-4F75-8AA1-B091B396BACE}" destId="{C8C8358F-4025-47ED-B6BA-011E9E72EBEE}" srcOrd="0" destOrd="0" presId="urn:microsoft.com/office/officeart/2005/8/layout/chevron2"/>
    <dgm:cxn modelId="{92665E64-C50D-406A-9F6C-232336C95AE6}" type="presOf" srcId="{E676FF60-49CE-49C4-8369-302FB8BA361B}" destId="{98161CF1-1CA5-4E3F-86B3-B4F7CCAD69C7}" srcOrd="0" destOrd="0" presId="urn:microsoft.com/office/officeart/2005/8/layout/chevron2"/>
    <dgm:cxn modelId="{CFECE749-B37C-494E-A75B-ADF436A441C5}" type="presOf" srcId="{C1DC1AA8-2BCA-43B1-94ED-39F113EC0D2C}" destId="{F2389195-C876-4807-8D8A-7B53524EEF60}" srcOrd="0" destOrd="0" presId="urn:microsoft.com/office/officeart/2005/8/layout/chevron2"/>
    <dgm:cxn modelId="{5DC4286B-4225-470B-852D-15170A8ABF38}" srcId="{BA065FDA-F59B-49F6-8B2B-524051370E90}" destId="{E676FF60-49CE-49C4-8369-302FB8BA361B}" srcOrd="0" destOrd="0" parTransId="{16FF96C6-5248-43AC-9270-8C0CFDEB0E59}" sibTransId="{BDBC9480-2D61-4484-80BF-2AEA54984DE7}"/>
    <dgm:cxn modelId="{417E376B-2292-4504-B433-8CC7BDC9BEFB}" type="presOf" srcId="{51D25C40-6C0C-445E-AF77-57DE082229F3}" destId="{FEF520A2-B89C-42D2-911E-1B0F7C261659}" srcOrd="0" destOrd="1" presId="urn:microsoft.com/office/officeart/2005/8/layout/chevron2"/>
    <dgm:cxn modelId="{03F62F50-BB70-4550-80A3-7C435E69FE27}" srcId="{C1DC1AA8-2BCA-43B1-94ED-39F113EC0D2C}" destId="{57B00B09-EA70-4351-BB35-62EC7C9F6ED1}" srcOrd="1" destOrd="0" parTransId="{63479A7D-3E4C-4BD3-B57D-685E5D2CAF91}" sibTransId="{AABB3D25-5C80-44AE-BD98-AC8450E63E3F}"/>
    <dgm:cxn modelId="{ACC9AA51-8757-4499-BD2B-37BBA1F5D660}" type="presOf" srcId="{B5B52E0A-0720-42DD-9232-734DDE1AFA45}" destId="{CF5B8591-966C-40AB-BCFF-E48E18D99504}" srcOrd="0" destOrd="1" presId="urn:microsoft.com/office/officeart/2005/8/layout/chevron2"/>
    <dgm:cxn modelId="{B89EEB58-DFF9-41A1-9A5F-33255FACC9FB}" type="presOf" srcId="{ED4740A9-6817-4421-A6CC-FA7DDAD38871}" destId="{CF5B8591-966C-40AB-BCFF-E48E18D99504}" srcOrd="0" destOrd="0" presId="urn:microsoft.com/office/officeart/2005/8/layout/chevron2"/>
    <dgm:cxn modelId="{69817788-E877-416C-BBEB-3C2F6F75420A}" srcId="{77C161B4-676D-4F38-85CE-D0B4D5647DA7}" destId="{9D7EB8F6-7093-48BC-A9E3-FEA36B41C295}" srcOrd="1" destOrd="0" parTransId="{EF30CE76-09AC-47D3-8859-704CA4BA3F63}" sibTransId="{20FC7D86-8A7A-467A-9ECA-2805B3752F26}"/>
    <dgm:cxn modelId="{86C7DA90-432F-400E-AF02-30868B677B3D}" type="presOf" srcId="{5737A89D-1154-4240-8F87-C026957967C4}" destId="{98161CF1-1CA5-4E3F-86B3-B4F7CCAD69C7}" srcOrd="0" destOrd="1" presId="urn:microsoft.com/office/officeart/2005/8/layout/chevron2"/>
    <dgm:cxn modelId="{C2665594-E06D-49AF-82A9-A32DA416FC7C}" type="presOf" srcId="{77C161B4-676D-4F38-85CE-D0B4D5647DA7}" destId="{9312E77D-4097-4F09-9D74-A1EA3F26FC36}" srcOrd="0" destOrd="0" presId="urn:microsoft.com/office/officeart/2005/8/layout/chevron2"/>
    <dgm:cxn modelId="{15754596-7824-4478-BA71-55D5A3D7F890}" srcId="{8BB5174B-9E2C-4BA9-B587-800C6C48CC85}" destId="{1D3E400B-7CF9-4FE4-BA2A-A336DFD17100}" srcOrd="1" destOrd="0" parTransId="{0BCAB4B2-DC85-4EE4-B593-B0832CBAA277}" sibTransId="{096FDC34-2A4D-4D50-8B4C-C5D24AD7197C}"/>
    <dgm:cxn modelId="{6A52C299-04EF-4015-981E-05985A684ED6}" srcId="{BA065FDA-F59B-49F6-8B2B-524051370E90}" destId="{5737A89D-1154-4240-8F87-C026957967C4}" srcOrd="1" destOrd="0" parTransId="{C28717C2-5B3A-477A-851E-83BB99B0B0EA}" sibTransId="{D9A8FEF2-6B02-40B7-8005-D93430B6E95B}"/>
    <dgm:cxn modelId="{B301AFA3-C87B-48BB-B064-97FB438FE821}" type="presOf" srcId="{318F69AC-2C2C-4CE2-BFEF-E4D003C9A127}" destId="{E78088D6-3802-4D24-99B4-C5C1EAADC26E}" srcOrd="0" destOrd="0" presId="urn:microsoft.com/office/officeart/2005/8/layout/chevron2"/>
    <dgm:cxn modelId="{442884A5-A6B4-4B0B-8365-190D0130C888}" srcId="{C1DC1AA8-2BCA-43B1-94ED-39F113EC0D2C}" destId="{88A9555D-FA23-4C50-A54B-6976C758E7AD}" srcOrd="0" destOrd="0" parTransId="{47086541-4E0E-425C-B716-F9A03A0A63BC}" sibTransId="{2E0A8FD8-9F0C-4C24-95BE-5A872CF08E11}"/>
    <dgm:cxn modelId="{DB018DB2-2C36-4B6C-A25A-BCE52EA5640B}" srcId="{A965DE83-B8E5-4F75-8AA1-B091B396BACE}" destId="{51D25C40-6C0C-445E-AF77-57DE082229F3}" srcOrd="1" destOrd="0" parTransId="{7FE9BD20-59C6-4159-A8C0-D01FB368A33B}" sibTransId="{2D6018D9-4EC8-4FAC-A140-DE684A12103E}"/>
    <dgm:cxn modelId="{8379D9BB-EF29-4F6B-B9BB-C487DF0E266A}" srcId="{77C161B4-676D-4F38-85CE-D0B4D5647DA7}" destId="{28F0DE0C-9276-4ACC-BDEF-A12FD844E5D3}" srcOrd="0" destOrd="0" parTransId="{31824BA1-9A9B-48FC-9952-E40888AC3FF1}" sibTransId="{DC7D3DF7-5737-40B5-9F79-7D5929755427}"/>
    <dgm:cxn modelId="{F867DDC1-FC76-4FEE-BF8E-3C76835F43B7}" srcId="{A8CC1D96-DCBE-40DF-A17D-21E0A995A959}" destId="{B5B52E0A-0720-42DD-9232-734DDE1AFA45}" srcOrd="1" destOrd="0" parTransId="{FFE5CAE3-E97F-46F6-95FF-8912554377A9}" sibTransId="{06F67B9C-761D-48CF-AAB1-61969084A238}"/>
    <dgm:cxn modelId="{A31CEED7-52E2-4208-8FC3-C5ACCB37871A}" type="presOf" srcId="{88A9555D-FA23-4C50-A54B-6976C758E7AD}" destId="{533614CE-C676-4C20-A9DB-13B9AB3B4E10}" srcOrd="0" destOrd="0" presId="urn:microsoft.com/office/officeart/2005/8/layout/chevron2"/>
    <dgm:cxn modelId="{69BEA0D8-E7B2-43D2-AC2B-6A457F8A646A}" type="presOf" srcId="{1D3E400B-7CF9-4FE4-BA2A-A336DFD17100}" destId="{E78088D6-3802-4D24-99B4-C5C1EAADC26E}" srcOrd="0" destOrd="1" presId="urn:microsoft.com/office/officeart/2005/8/layout/chevron2"/>
    <dgm:cxn modelId="{FE0DCAD9-3314-4DAF-8496-3F90B2F7806C}" srcId="{A079BFED-ED85-4CF1-9814-8625A9EC4D2B}" destId="{A965DE83-B8E5-4F75-8AA1-B091B396BACE}" srcOrd="3" destOrd="0" parTransId="{3C7C00EB-3C5E-4B4F-A5FD-6B03D7F95B25}" sibTransId="{3DFA336C-9B5D-40FD-9506-8657632908CE}"/>
    <dgm:cxn modelId="{DAB496DD-7581-4827-87C1-3577CA729E38}" srcId="{A079BFED-ED85-4CF1-9814-8625A9EC4D2B}" destId="{C1DC1AA8-2BCA-43B1-94ED-39F113EC0D2C}" srcOrd="2" destOrd="0" parTransId="{9ABC357A-C767-4F72-A613-9287DCBAB9DF}" sibTransId="{814461F6-26E8-4654-8422-B2EB28B129A8}"/>
    <dgm:cxn modelId="{6B9540DF-6418-4409-A9C1-CFA2A8BC1D2B}" type="presOf" srcId="{9D7EB8F6-7093-48BC-A9E3-FEA36B41C295}" destId="{16CF9097-208A-42C1-A3BB-8C5271FB198D}" srcOrd="0" destOrd="1" presId="urn:microsoft.com/office/officeart/2005/8/layout/chevron2"/>
    <dgm:cxn modelId="{1248B9DF-5E43-4D3F-A98F-78986B60C2D8}" type="presOf" srcId="{28F0DE0C-9276-4ACC-BDEF-A12FD844E5D3}" destId="{16CF9097-208A-42C1-A3BB-8C5271FB198D}" srcOrd="0" destOrd="0" presId="urn:microsoft.com/office/officeart/2005/8/layout/chevron2"/>
    <dgm:cxn modelId="{08F8B2EC-1035-420F-8CDC-B1B58D2B736D}" type="presOf" srcId="{57B00B09-EA70-4351-BB35-62EC7C9F6ED1}" destId="{533614CE-C676-4C20-A9DB-13B9AB3B4E10}" srcOrd="0" destOrd="1" presId="urn:microsoft.com/office/officeart/2005/8/layout/chevron2"/>
    <dgm:cxn modelId="{5BE37DF5-7657-4BCE-A103-6666148DA585}" type="presOf" srcId="{588F224C-16C5-4114-B6EF-F1E7CD6FA807}" destId="{FEF520A2-B89C-42D2-911E-1B0F7C261659}" srcOrd="0" destOrd="0" presId="urn:microsoft.com/office/officeart/2005/8/layout/chevron2"/>
    <dgm:cxn modelId="{917242FD-7BC2-4347-A3B4-7C6B138EC2AF}" type="presOf" srcId="{A8CC1D96-DCBE-40DF-A17D-21E0A995A959}" destId="{88298BE6-4687-440F-B7F8-BAC11925C238}" srcOrd="0" destOrd="0" presId="urn:microsoft.com/office/officeart/2005/8/layout/chevron2"/>
    <dgm:cxn modelId="{8EA47426-8670-4E18-B622-D74856A4A2B4}" type="presParOf" srcId="{42FF3657-0461-4BC9-A062-6004AE3BEB30}" destId="{F6E208D2-CDC6-4067-92DF-4E1AFE5106EF}" srcOrd="0" destOrd="0" presId="urn:microsoft.com/office/officeart/2005/8/layout/chevron2"/>
    <dgm:cxn modelId="{C5869C56-AAB6-4BBC-8583-97FA9EADD46F}" type="presParOf" srcId="{F6E208D2-CDC6-4067-92DF-4E1AFE5106EF}" destId="{88298BE6-4687-440F-B7F8-BAC11925C238}" srcOrd="0" destOrd="0" presId="urn:microsoft.com/office/officeart/2005/8/layout/chevron2"/>
    <dgm:cxn modelId="{B1A1234E-C75A-480B-90B1-C01D6AC08AFB}" type="presParOf" srcId="{F6E208D2-CDC6-4067-92DF-4E1AFE5106EF}" destId="{CF5B8591-966C-40AB-BCFF-E48E18D99504}" srcOrd="1" destOrd="0" presId="urn:microsoft.com/office/officeart/2005/8/layout/chevron2"/>
    <dgm:cxn modelId="{3444D937-8898-435A-B621-44B08656A1DB}" type="presParOf" srcId="{42FF3657-0461-4BC9-A062-6004AE3BEB30}" destId="{E5967568-BD18-404A-8834-7F1AD39CBEB6}" srcOrd="1" destOrd="0" presId="urn:microsoft.com/office/officeart/2005/8/layout/chevron2"/>
    <dgm:cxn modelId="{2B386B92-4263-4905-8FEB-557ADFF2F592}" type="presParOf" srcId="{42FF3657-0461-4BC9-A062-6004AE3BEB30}" destId="{0F6EA306-5771-4570-89A4-CCE41B2A2D8A}" srcOrd="2" destOrd="0" presId="urn:microsoft.com/office/officeart/2005/8/layout/chevron2"/>
    <dgm:cxn modelId="{72815541-8DD8-4E59-8C30-54878B71E597}" type="presParOf" srcId="{0F6EA306-5771-4570-89A4-CCE41B2A2D8A}" destId="{57CF5B79-C04C-4ACC-B36A-9D30A04C178E}" srcOrd="0" destOrd="0" presId="urn:microsoft.com/office/officeart/2005/8/layout/chevron2"/>
    <dgm:cxn modelId="{C8D43C28-0FC4-4FDB-B816-3FCED45D7DE3}" type="presParOf" srcId="{0F6EA306-5771-4570-89A4-CCE41B2A2D8A}" destId="{E78088D6-3802-4D24-99B4-C5C1EAADC26E}" srcOrd="1" destOrd="0" presId="urn:microsoft.com/office/officeart/2005/8/layout/chevron2"/>
    <dgm:cxn modelId="{9F294F92-4CFC-496F-950A-0F46A1F53058}" type="presParOf" srcId="{42FF3657-0461-4BC9-A062-6004AE3BEB30}" destId="{BECED7CC-B573-49AA-B502-7077AE7CD76E}" srcOrd="3" destOrd="0" presId="urn:microsoft.com/office/officeart/2005/8/layout/chevron2"/>
    <dgm:cxn modelId="{E41C8FFD-1B38-49D7-A3F4-B2C8B1E741DC}" type="presParOf" srcId="{42FF3657-0461-4BC9-A062-6004AE3BEB30}" destId="{72A41F4F-6838-473C-98A8-EA53E6095AFC}" srcOrd="4" destOrd="0" presId="urn:microsoft.com/office/officeart/2005/8/layout/chevron2"/>
    <dgm:cxn modelId="{D5A7D1BF-6B76-4619-ACFD-4AF861F6D47A}" type="presParOf" srcId="{72A41F4F-6838-473C-98A8-EA53E6095AFC}" destId="{F2389195-C876-4807-8D8A-7B53524EEF60}" srcOrd="0" destOrd="0" presId="urn:microsoft.com/office/officeart/2005/8/layout/chevron2"/>
    <dgm:cxn modelId="{7720C196-7265-4DD8-9BCC-4133E29A7639}" type="presParOf" srcId="{72A41F4F-6838-473C-98A8-EA53E6095AFC}" destId="{533614CE-C676-4C20-A9DB-13B9AB3B4E10}" srcOrd="1" destOrd="0" presId="urn:microsoft.com/office/officeart/2005/8/layout/chevron2"/>
    <dgm:cxn modelId="{63DA1B53-A2AD-4CF4-9885-E07C1159846F}" type="presParOf" srcId="{42FF3657-0461-4BC9-A062-6004AE3BEB30}" destId="{47BB0FA6-E3B2-4E46-A28C-E6C21F82D52A}" srcOrd="5" destOrd="0" presId="urn:microsoft.com/office/officeart/2005/8/layout/chevron2"/>
    <dgm:cxn modelId="{F86AA1DD-2216-4556-9C20-79B423C9C04C}" type="presParOf" srcId="{42FF3657-0461-4BC9-A062-6004AE3BEB30}" destId="{98DED7A9-A34F-4B1A-A9CE-A2256AF4F37E}" srcOrd="6" destOrd="0" presId="urn:microsoft.com/office/officeart/2005/8/layout/chevron2"/>
    <dgm:cxn modelId="{632D6247-D8BD-4B50-B045-EDDE131D8DF8}" type="presParOf" srcId="{98DED7A9-A34F-4B1A-A9CE-A2256AF4F37E}" destId="{C8C8358F-4025-47ED-B6BA-011E9E72EBEE}" srcOrd="0" destOrd="0" presId="urn:microsoft.com/office/officeart/2005/8/layout/chevron2"/>
    <dgm:cxn modelId="{27D9BDC4-81EF-457F-A246-E0888E7F32E8}" type="presParOf" srcId="{98DED7A9-A34F-4B1A-A9CE-A2256AF4F37E}" destId="{FEF520A2-B89C-42D2-911E-1B0F7C261659}" srcOrd="1" destOrd="0" presId="urn:microsoft.com/office/officeart/2005/8/layout/chevron2"/>
    <dgm:cxn modelId="{9B2F1CA1-2311-432A-B15F-8607D1F7289F}" type="presParOf" srcId="{42FF3657-0461-4BC9-A062-6004AE3BEB30}" destId="{F8146FEA-F09F-4255-A468-346EF093AB02}" srcOrd="7" destOrd="0" presId="urn:microsoft.com/office/officeart/2005/8/layout/chevron2"/>
    <dgm:cxn modelId="{A35CB596-D333-4BBA-AAED-9B3412109EF3}" type="presParOf" srcId="{42FF3657-0461-4BC9-A062-6004AE3BEB30}" destId="{E95FEA03-6C2C-4C7A-BC02-FE096E23D619}" srcOrd="8" destOrd="0" presId="urn:microsoft.com/office/officeart/2005/8/layout/chevron2"/>
    <dgm:cxn modelId="{BF0E65F7-3D82-405A-963F-7593A45AE590}" type="presParOf" srcId="{E95FEA03-6C2C-4C7A-BC02-FE096E23D619}" destId="{9312E77D-4097-4F09-9D74-A1EA3F26FC36}" srcOrd="0" destOrd="0" presId="urn:microsoft.com/office/officeart/2005/8/layout/chevron2"/>
    <dgm:cxn modelId="{E30AD07A-8F72-46FB-A0BB-E398E45A2657}" type="presParOf" srcId="{E95FEA03-6C2C-4C7A-BC02-FE096E23D619}" destId="{16CF9097-208A-42C1-A3BB-8C5271FB198D}" srcOrd="1" destOrd="0" presId="urn:microsoft.com/office/officeart/2005/8/layout/chevron2"/>
    <dgm:cxn modelId="{EBA450ED-E49D-43C6-804D-88A42EB298D3}" type="presParOf" srcId="{42FF3657-0461-4BC9-A062-6004AE3BEB30}" destId="{DDFDEC48-4DA4-400F-A77F-A0D10FA819A6}" srcOrd="9" destOrd="0" presId="urn:microsoft.com/office/officeart/2005/8/layout/chevron2"/>
    <dgm:cxn modelId="{138ACB1F-7B76-49F3-89CC-52B75DB80301}" type="presParOf" srcId="{42FF3657-0461-4BC9-A062-6004AE3BEB30}" destId="{F9647509-28C9-4C05-BBEA-BAD89931C3FF}" srcOrd="10" destOrd="0" presId="urn:microsoft.com/office/officeart/2005/8/layout/chevron2"/>
    <dgm:cxn modelId="{8BEF1177-A47C-4BA8-AE1C-CB25129DC15E}" type="presParOf" srcId="{F9647509-28C9-4C05-BBEA-BAD89931C3FF}" destId="{01F455F1-A8B8-4D16-A6FF-BF5378D8D820}" srcOrd="0" destOrd="0" presId="urn:microsoft.com/office/officeart/2005/8/layout/chevron2"/>
    <dgm:cxn modelId="{57A23DFA-7C29-483E-8ABF-B1A81BA7DBE0}" type="presParOf" srcId="{F9647509-28C9-4C05-BBEA-BAD89931C3FF}" destId="{98161CF1-1CA5-4E3F-86B3-B4F7CCAD69C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079BFED-ED85-4CF1-9814-8625A9EC4D2B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8CC1D96-DCBE-40DF-A17D-21E0A995A959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99890EF8-7B05-4E48-9A38-A6FB014983AC}" type="parTrans" cxnId="{D8054E31-ED14-4FD6-AB0F-64453E4C91C9}">
      <dgm:prSet/>
      <dgm:spPr/>
      <dgm:t>
        <a:bodyPr/>
        <a:lstStyle/>
        <a:p>
          <a:endParaRPr lang="ru-RU"/>
        </a:p>
      </dgm:t>
    </dgm:pt>
    <dgm:pt modelId="{A1ED3ECC-211C-4E8B-8CE5-9FFD9FD12A3F}" type="sibTrans" cxnId="{D8054E31-ED14-4FD6-AB0F-64453E4C91C9}">
      <dgm:prSet/>
      <dgm:spPr/>
      <dgm:t>
        <a:bodyPr/>
        <a:lstStyle/>
        <a:p>
          <a:endParaRPr lang="ru-RU"/>
        </a:p>
      </dgm:t>
    </dgm:pt>
    <dgm:pt modelId="{ED4740A9-6817-4421-A6CC-FA7DDAD38871}">
      <dgm:prSet phldrT="[Текст]"/>
      <dgm:spPr/>
      <dgm:t>
        <a:bodyPr/>
        <a:lstStyle/>
        <a:p>
          <a:pPr>
            <a:buNone/>
          </a:pPr>
          <a:r>
            <a:rPr lang="ru-RU" dirty="0"/>
            <a:t>Статистика машинного обучения</a:t>
          </a:r>
        </a:p>
      </dgm:t>
    </dgm:pt>
    <dgm:pt modelId="{E112BEF3-D708-4FD9-90AD-994180CC67A6}" type="parTrans" cxnId="{51908B22-3644-45C9-91D8-911D21540EBB}">
      <dgm:prSet/>
      <dgm:spPr/>
      <dgm:t>
        <a:bodyPr/>
        <a:lstStyle/>
        <a:p>
          <a:endParaRPr lang="ru-RU"/>
        </a:p>
      </dgm:t>
    </dgm:pt>
    <dgm:pt modelId="{9BC8094F-B21C-4CE6-A570-41623E6A2E38}" type="sibTrans" cxnId="{51908B22-3644-45C9-91D8-911D21540EBB}">
      <dgm:prSet/>
      <dgm:spPr/>
      <dgm:t>
        <a:bodyPr/>
        <a:lstStyle/>
        <a:p>
          <a:endParaRPr lang="ru-RU"/>
        </a:p>
      </dgm:t>
    </dgm:pt>
    <dgm:pt modelId="{8BB5174B-9E2C-4BA9-B587-800C6C48CC85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98763AF3-8421-4985-90B4-66A9BE7F8929}" type="parTrans" cxnId="{00EF5301-9E05-47BA-B145-B2E13F33270E}">
      <dgm:prSet/>
      <dgm:spPr/>
      <dgm:t>
        <a:bodyPr/>
        <a:lstStyle/>
        <a:p>
          <a:endParaRPr lang="ru-RU"/>
        </a:p>
      </dgm:t>
    </dgm:pt>
    <dgm:pt modelId="{07356A89-CB38-40F9-8FD6-D5685AA4AC65}" type="sibTrans" cxnId="{00EF5301-9E05-47BA-B145-B2E13F33270E}">
      <dgm:prSet/>
      <dgm:spPr/>
      <dgm:t>
        <a:bodyPr/>
        <a:lstStyle/>
        <a:p>
          <a:endParaRPr lang="ru-RU"/>
        </a:p>
      </dgm:t>
    </dgm:pt>
    <dgm:pt modelId="{318F69AC-2C2C-4CE2-BFEF-E4D003C9A127}">
      <dgm:prSet phldrT="[Текст]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ru-RU" dirty="0"/>
            <a:t>Методы машинного обучения</a:t>
          </a:r>
        </a:p>
      </dgm:t>
    </dgm:pt>
    <dgm:pt modelId="{59B6D174-009E-4EC1-9F67-5C721CB467DD}" type="parTrans" cxnId="{C83B802B-06E2-41BE-9276-8B0DCACCFDAE}">
      <dgm:prSet/>
      <dgm:spPr/>
      <dgm:t>
        <a:bodyPr/>
        <a:lstStyle/>
        <a:p>
          <a:endParaRPr lang="ru-RU"/>
        </a:p>
      </dgm:t>
    </dgm:pt>
    <dgm:pt modelId="{F0E2B696-9319-4B0D-AFF0-F63ADC649989}" type="sibTrans" cxnId="{C83B802B-06E2-41BE-9276-8B0DCACCFDAE}">
      <dgm:prSet/>
      <dgm:spPr/>
      <dgm:t>
        <a:bodyPr/>
        <a:lstStyle/>
        <a:p>
          <a:endParaRPr lang="ru-RU"/>
        </a:p>
      </dgm:t>
    </dgm:pt>
    <dgm:pt modelId="{C1DC1AA8-2BCA-43B1-94ED-39F113EC0D2C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9ABC357A-C767-4F72-A613-9287DCBAB9DF}" type="parTrans" cxnId="{DAB496DD-7581-4827-87C1-3577CA729E38}">
      <dgm:prSet/>
      <dgm:spPr/>
      <dgm:t>
        <a:bodyPr/>
        <a:lstStyle/>
        <a:p>
          <a:endParaRPr lang="ru-RU"/>
        </a:p>
      </dgm:t>
    </dgm:pt>
    <dgm:pt modelId="{814461F6-26E8-4654-8422-B2EB28B129A8}" type="sibTrans" cxnId="{DAB496DD-7581-4827-87C1-3577CA729E38}">
      <dgm:prSet/>
      <dgm:spPr/>
      <dgm:t>
        <a:bodyPr/>
        <a:lstStyle/>
        <a:p>
          <a:endParaRPr lang="ru-RU"/>
        </a:p>
      </dgm:t>
    </dgm:pt>
    <dgm:pt modelId="{88A9555D-FA23-4C50-A54B-6976C758E7AD}">
      <dgm:prSet phldrT="[Текст]"/>
      <dgm:spPr/>
      <dgm:t>
        <a:bodyPr/>
        <a:lstStyle/>
        <a:p>
          <a:pPr>
            <a:buNone/>
          </a:pPr>
          <a:r>
            <a:rPr lang="ru-RU" dirty="0"/>
            <a:t>Исследовательский анализ данных</a:t>
          </a:r>
        </a:p>
      </dgm:t>
    </dgm:pt>
    <dgm:pt modelId="{47086541-4E0E-425C-B716-F9A03A0A63BC}" type="parTrans" cxnId="{442884A5-A6B4-4B0B-8365-190D0130C888}">
      <dgm:prSet/>
      <dgm:spPr/>
      <dgm:t>
        <a:bodyPr/>
        <a:lstStyle/>
        <a:p>
          <a:endParaRPr lang="ru-RU"/>
        </a:p>
      </dgm:t>
    </dgm:pt>
    <dgm:pt modelId="{2E0A8FD8-9F0C-4C24-95BE-5A872CF08E11}" type="sibTrans" cxnId="{442884A5-A6B4-4B0B-8365-190D0130C888}">
      <dgm:prSet/>
      <dgm:spPr/>
      <dgm:t>
        <a:bodyPr/>
        <a:lstStyle/>
        <a:p>
          <a:endParaRPr lang="ru-RU"/>
        </a:p>
      </dgm:t>
    </dgm:pt>
    <dgm:pt modelId="{A965DE83-B8E5-4F75-8AA1-B091B396BACE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3C7C00EB-3C5E-4B4F-A5FD-6B03D7F95B25}" type="parTrans" cxnId="{FE0DCAD9-3314-4DAF-8496-3F90B2F7806C}">
      <dgm:prSet/>
      <dgm:spPr/>
      <dgm:t>
        <a:bodyPr/>
        <a:lstStyle/>
        <a:p>
          <a:endParaRPr lang="ru-RU"/>
        </a:p>
      </dgm:t>
    </dgm:pt>
    <dgm:pt modelId="{3DFA336C-9B5D-40FD-9506-8657632908CE}" type="sibTrans" cxnId="{FE0DCAD9-3314-4DAF-8496-3F90B2F7806C}">
      <dgm:prSet/>
      <dgm:spPr/>
      <dgm:t>
        <a:bodyPr/>
        <a:lstStyle/>
        <a:p>
          <a:endParaRPr lang="ru-RU"/>
        </a:p>
      </dgm:t>
    </dgm:pt>
    <dgm:pt modelId="{588F224C-16C5-4114-B6EF-F1E7CD6FA807}">
      <dgm:prSet phldrT="[Текст]"/>
      <dgm:spPr/>
      <dgm:t>
        <a:bodyPr/>
        <a:lstStyle/>
        <a:p>
          <a:pPr>
            <a:buNone/>
          </a:pPr>
          <a:r>
            <a:rPr lang="ru-RU" dirty="0"/>
            <a:t>Системное проектирование</a:t>
          </a:r>
        </a:p>
      </dgm:t>
    </dgm:pt>
    <dgm:pt modelId="{D64B084C-1BF3-4F06-AA26-ECA12B29F5E4}" type="parTrans" cxnId="{B277A411-A44E-4241-BA9F-B03504BBF6E7}">
      <dgm:prSet/>
      <dgm:spPr/>
      <dgm:t>
        <a:bodyPr/>
        <a:lstStyle/>
        <a:p>
          <a:endParaRPr lang="ru-RU"/>
        </a:p>
      </dgm:t>
    </dgm:pt>
    <dgm:pt modelId="{EF4E7C4E-DC0C-4632-AB7A-4ADF00AAB1A2}" type="sibTrans" cxnId="{B277A411-A44E-4241-BA9F-B03504BBF6E7}">
      <dgm:prSet/>
      <dgm:spPr/>
      <dgm:t>
        <a:bodyPr/>
        <a:lstStyle/>
        <a:p>
          <a:endParaRPr lang="ru-RU"/>
        </a:p>
      </dgm:t>
    </dgm:pt>
    <dgm:pt modelId="{77C161B4-676D-4F38-85CE-D0B4D5647DA7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437B130E-528D-4707-9B62-50E648CF2A94}" type="parTrans" cxnId="{1857D607-DD97-4B23-9DE4-1087C32AE0FC}">
      <dgm:prSet/>
      <dgm:spPr/>
      <dgm:t>
        <a:bodyPr/>
        <a:lstStyle/>
        <a:p>
          <a:endParaRPr lang="ru-RU"/>
        </a:p>
      </dgm:t>
    </dgm:pt>
    <dgm:pt modelId="{B583104A-782F-456A-BA4A-EFFF6352640A}" type="sibTrans" cxnId="{1857D607-DD97-4B23-9DE4-1087C32AE0FC}">
      <dgm:prSet/>
      <dgm:spPr/>
      <dgm:t>
        <a:bodyPr/>
        <a:lstStyle/>
        <a:p>
          <a:endParaRPr lang="ru-RU"/>
        </a:p>
      </dgm:t>
    </dgm:pt>
    <dgm:pt modelId="{28F0DE0C-9276-4ACC-BDEF-A12FD844E5D3}">
      <dgm:prSet phldrT="[Текст]"/>
      <dgm:spPr/>
      <dgm:t>
        <a:bodyPr/>
        <a:lstStyle/>
        <a:p>
          <a:pPr>
            <a:buNone/>
          </a:pPr>
          <a:r>
            <a:rPr lang="ru-RU" dirty="0"/>
            <a:t>Облачные технологии</a:t>
          </a:r>
        </a:p>
      </dgm:t>
    </dgm:pt>
    <dgm:pt modelId="{31824BA1-9A9B-48FC-9952-E40888AC3FF1}" type="parTrans" cxnId="{8379D9BB-EF29-4F6B-B9BB-C487DF0E266A}">
      <dgm:prSet/>
      <dgm:spPr/>
      <dgm:t>
        <a:bodyPr/>
        <a:lstStyle/>
        <a:p>
          <a:endParaRPr lang="ru-RU"/>
        </a:p>
      </dgm:t>
    </dgm:pt>
    <dgm:pt modelId="{DC7D3DF7-5737-40B5-9F79-7D5929755427}" type="sibTrans" cxnId="{8379D9BB-EF29-4F6B-B9BB-C487DF0E266A}">
      <dgm:prSet/>
      <dgm:spPr/>
      <dgm:t>
        <a:bodyPr/>
        <a:lstStyle/>
        <a:p>
          <a:endParaRPr lang="ru-RU"/>
        </a:p>
      </dgm:t>
    </dgm:pt>
    <dgm:pt modelId="{BA065FDA-F59B-49F6-8B2B-524051370E90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E4325676-FAAE-49B5-8AF2-11AEF1D1A3C3}" type="parTrans" cxnId="{46DEC12A-8B99-4A3C-BBFB-2123ADFD8548}">
      <dgm:prSet/>
      <dgm:spPr/>
      <dgm:t>
        <a:bodyPr/>
        <a:lstStyle/>
        <a:p>
          <a:endParaRPr lang="ru-RU"/>
        </a:p>
      </dgm:t>
    </dgm:pt>
    <dgm:pt modelId="{96EBAC6D-DC52-453F-9040-FC6514AD0399}" type="sibTrans" cxnId="{46DEC12A-8B99-4A3C-BBFB-2123ADFD8548}">
      <dgm:prSet/>
      <dgm:spPr/>
      <dgm:t>
        <a:bodyPr/>
        <a:lstStyle/>
        <a:p>
          <a:endParaRPr lang="ru-RU"/>
        </a:p>
      </dgm:t>
    </dgm:pt>
    <dgm:pt modelId="{E676FF60-49CE-49C4-8369-302FB8BA361B}">
      <dgm:prSet phldrT="[Текст]"/>
      <dgm:spPr/>
      <dgm:t>
        <a:bodyPr/>
        <a:lstStyle/>
        <a:p>
          <a:pPr>
            <a:buNone/>
          </a:pPr>
          <a:r>
            <a:rPr lang="ru-RU" dirty="0"/>
            <a:t>Высоконагруженные приложения</a:t>
          </a:r>
        </a:p>
      </dgm:t>
    </dgm:pt>
    <dgm:pt modelId="{16FF96C6-5248-43AC-9270-8C0CFDEB0E59}" type="parTrans" cxnId="{5DC4286B-4225-470B-852D-15170A8ABF38}">
      <dgm:prSet/>
      <dgm:spPr/>
      <dgm:t>
        <a:bodyPr/>
        <a:lstStyle/>
        <a:p>
          <a:endParaRPr lang="ru-RU"/>
        </a:p>
      </dgm:t>
    </dgm:pt>
    <dgm:pt modelId="{BDBC9480-2D61-4484-80BF-2AEA54984DE7}" type="sibTrans" cxnId="{5DC4286B-4225-470B-852D-15170A8ABF38}">
      <dgm:prSet/>
      <dgm:spPr/>
      <dgm:t>
        <a:bodyPr/>
        <a:lstStyle/>
        <a:p>
          <a:endParaRPr lang="ru-RU"/>
        </a:p>
      </dgm:t>
    </dgm:pt>
    <dgm:pt modelId="{ACC6351F-1F6E-43DE-9527-0EBCEFEA99A3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14D30DE7-32B7-45A9-BC10-76E3593B47AD}" type="parTrans" cxnId="{F2F01DA3-9DB8-4622-873E-1D58EC3BD06C}">
      <dgm:prSet/>
      <dgm:spPr/>
      <dgm:t>
        <a:bodyPr/>
        <a:lstStyle/>
        <a:p>
          <a:endParaRPr lang="ru-RU"/>
        </a:p>
      </dgm:t>
    </dgm:pt>
    <dgm:pt modelId="{3DC111D0-0B7C-4DBA-945A-96203FF2441A}" type="sibTrans" cxnId="{F2F01DA3-9DB8-4622-873E-1D58EC3BD06C}">
      <dgm:prSet/>
      <dgm:spPr/>
      <dgm:t>
        <a:bodyPr/>
        <a:lstStyle/>
        <a:p>
          <a:endParaRPr lang="ru-RU"/>
        </a:p>
      </dgm:t>
    </dgm:pt>
    <dgm:pt modelId="{AC7D6BC5-10DB-4365-B2F8-088E7E02936D}">
      <dgm:prSet phldrT="[Текст]"/>
      <dgm:spPr/>
      <dgm:t>
        <a:bodyPr/>
        <a:lstStyle/>
        <a:p>
          <a:pPr>
            <a:buNone/>
          </a:pPr>
          <a:r>
            <a:rPr lang="ru-RU" dirty="0"/>
            <a:t>Управление IT проектами</a:t>
          </a:r>
        </a:p>
      </dgm:t>
    </dgm:pt>
    <dgm:pt modelId="{B00AC2C9-D284-4BEA-A6B8-EB2A2A194510}" type="parTrans" cxnId="{3A64E3A4-F2BD-4509-891F-1DAE3102145C}">
      <dgm:prSet/>
      <dgm:spPr/>
      <dgm:t>
        <a:bodyPr/>
        <a:lstStyle/>
        <a:p>
          <a:endParaRPr lang="ru-RU"/>
        </a:p>
      </dgm:t>
    </dgm:pt>
    <dgm:pt modelId="{DBF22993-64E9-490C-AF73-940F9629931A}" type="sibTrans" cxnId="{3A64E3A4-F2BD-4509-891F-1DAE3102145C}">
      <dgm:prSet/>
      <dgm:spPr/>
      <dgm:t>
        <a:bodyPr/>
        <a:lstStyle/>
        <a:p>
          <a:endParaRPr lang="ru-RU"/>
        </a:p>
      </dgm:t>
    </dgm:pt>
    <dgm:pt modelId="{83A5859C-2DC2-4044-A866-0BE61DE2AFAA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81D920F3-2F04-4485-B477-D0F9E8E71040}" type="parTrans" cxnId="{B58AA786-97E4-4E1F-97D0-8723050326C7}">
      <dgm:prSet/>
      <dgm:spPr/>
      <dgm:t>
        <a:bodyPr/>
        <a:lstStyle/>
        <a:p>
          <a:endParaRPr lang="ru-RU"/>
        </a:p>
      </dgm:t>
    </dgm:pt>
    <dgm:pt modelId="{CC83D0D3-4B09-454D-B371-D149737C22F3}" type="sibTrans" cxnId="{B58AA786-97E4-4E1F-97D0-8723050326C7}">
      <dgm:prSet/>
      <dgm:spPr/>
      <dgm:t>
        <a:bodyPr/>
        <a:lstStyle/>
        <a:p>
          <a:endParaRPr lang="ru-RU"/>
        </a:p>
      </dgm:t>
    </dgm:pt>
    <dgm:pt modelId="{A7D77406-4B11-4944-8946-C166E15134DF}">
      <dgm:prSet phldrT="[Текст]"/>
      <dgm:spPr/>
      <dgm:t>
        <a:bodyPr/>
        <a:lstStyle/>
        <a:p>
          <a:pPr>
            <a:buNone/>
          </a:pPr>
          <a:r>
            <a:rPr lang="ru-RU" dirty="0"/>
            <a:t>Проектирование информационных систем</a:t>
          </a:r>
        </a:p>
      </dgm:t>
    </dgm:pt>
    <dgm:pt modelId="{AA7760C7-689F-447E-90CE-727A2D3031FC}" type="parTrans" cxnId="{290068BB-414F-4D20-8CF5-5DDADEDB63F8}">
      <dgm:prSet/>
      <dgm:spPr/>
      <dgm:t>
        <a:bodyPr/>
        <a:lstStyle/>
        <a:p>
          <a:endParaRPr lang="ru-RU"/>
        </a:p>
      </dgm:t>
    </dgm:pt>
    <dgm:pt modelId="{05161B8D-5F50-4C85-8CB8-5DDE96FEBC47}" type="sibTrans" cxnId="{290068BB-414F-4D20-8CF5-5DDADEDB63F8}">
      <dgm:prSet/>
      <dgm:spPr/>
      <dgm:t>
        <a:bodyPr/>
        <a:lstStyle/>
        <a:p>
          <a:endParaRPr lang="ru-RU"/>
        </a:p>
      </dgm:t>
    </dgm:pt>
    <dgm:pt modelId="{10BC80F6-9983-4E6E-906D-7BFDD34503AA}">
      <dgm:prSet phldrT="[Текст]"/>
      <dgm:spPr/>
      <dgm:t>
        <a:bodyPr/>
        <a:lstStyle/>
        <a:p>
          <a:pPr>
            <a:buNone/>
          </a:pPr>
          <a:r>
            <a:rPr lang="ru-RU" dirty="0"/>
            <a:t>(</a:t>
          </a:r>
          <a:r>
            <a:rPr lang="en-US" dirty="0"/>
            <a:t>BD-1.1)</a:t>
          </a:r>
          <a:endParaRPr lang="ru-RU" dirty="0"/>
        </a:p>
      </dgm:t>
    </dgm:pt>
    <dgm:pt modelId="{E3ED7082-D496-4A61-8B36-C0FA494655CA}" type="parTrans" cxnId="{A9FB94A7-A7B6-4597-80E8-92DA5D276812}">
      <dgm:prSet/>
      <dgm:spPr/>
      <dgm:t>
        <a:bodyPr/>
        <a:lstStyle/>
        <a:p>
          <a:endParaRPr lang="ru-RU"/>
        </a:p>
      </dgm:t>
    </dgm:pt>
    <dgm:pt modelId="{2FCBFE78-E6A4-479D-9922-7063513BA489}" type="sibTrans" cxnId="{A9FB94A7-A7B6-4597-80E8-92DA5D276812}">
      <dgm:prSet/>
      <dgm:spPr/>
      <dgm:t>
        <a:bodyPr/>
        <a:lstStyle/>
        <a:p>
          <a:endParaRPr lang="ru-RU"/>
        </a:p>
      </dgm:t>
    </dgm:pt>
    <dgm:pt modelId="{0BC3ACB0-C711-4086-911E-83BA82F199F7}">
      <dgm:prSet phldrT="[Текст]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ru-RU" dirty="0"/>
            <a:t>(BD-1.2, BD-1.3, BD-2.1)</a:t>
          </a:r>
        </a:p>
      </dgm:t>
    </dgm:pt>
    <dgm:pt modelId="{409C9847-19DF-4853-95AB-F94F8B493C1D}" type="parTrans" cxnId="{2A542B2A-14AC-4F0E-B6B8-E1198E330DAA}">
      <dgm:prSet/>
      <dgm:spPr/>
      <dgm:t>
        <a:bodyPr/>
        <a:lstStyle/>
        <a:p>
          <a:endParaRPr lang="ru-RU"/>
        </a:p>
      </dgm:t>
    </dgm:pt>
    <dgm:pt modelId="{B1ED95CC-A003-4BA3-9D0A-2B2869A4DAFD}" type="sibTrans" cxnId="{2A542B2A-14AC-4F0E-B6B8-E1198E330DAA}">
      <dgm:prSet/>
      <dgm:spPr/>
      <dgm:t>
        <a:bodyPr/>
        <a:lstStyle/>
        <a:p>
          <a:endParaRPr lang="ru-RU"/>
        </a:p>
      </dgm:t>
    </dgm:pt>
    <dgm:pt modelId="{05C71FF0-3083-4F95-8088-C24CC531EC86}">
      <dgm:prSet phldrT="[Текст]"/>
      <dgm:spPr/>
      <dgm:t>
        <a:bodyPr/>
        <a:lstStyle/>
        <a:p>
          <a:pPr>
            <a:buNone/>
          </a:pPr>
          <a:r>
            <a:rPr lang="ru-RU" dirty="0"/>
            <a:t>(BD-2.2 П)</a:t>
          </a:r>
        </a:p>
      </dgm:t>
    </dgm:pt>
    <dgm:pt modelId="{DDA0D7A0-F01F-4B71-97EC-27A6EB35E8D4}" type="parTrans" cxnId="{B23B1CB3-FA6F-4674-AAAB-9C77BDB3D9ED}">
      <dgm:prSet/>
      <dgm:spPr/>
      <dgm:t>
        <a:bodyPr/>
        <a:lstStyle/>
        <a:p>
          <a:endParaRPr lang="ru-RU"/>
        </a:p>
      </dgm:t>
    </dgm:pt>
    <dgm:pt modelId="{926FD6DD-3B78-45D1-9909-4C86FCF7D729}" type="sibTrans" cxnId="{B23B1CB3-FA6F-4674-AAAB-9C77BDB3D9ED}">
      <dgm:prSet/>
      <dgm:spPr/>
      <dgm:t>
        <a:bodyPr/>
        <a:lstStyle/>
        <a:p>
          <a:endParaRPr lang="ru-RU"/>
        </a:p>
      </dgm:t>
    </dgm:pt>
    <dgm:pt modelId="{908917FC-5460-4409-B7AE-BCB27BB91FB4}">
      <dgm:prSet phldrT="[Текст]"/>
      <dgm:spPr/>
      <dgm:t>
        <a:bodyPr/>
        <a:lstStyle/>
        <a:p>
          <a:pPr>
            <a:buNone/>
          </a:pPr>
          <a:r>
            <a:rPr lang="ru-RU" dirty="0"/>
            <a:t>(</a:t>
          </a:r>
          <a:r>
            <a:rPr lang="en-US" dirty="0"/>
            <a:t>BD-3.1 </a:t>
          </a:r>
          <a:r>
            <a:rPr lang="ru-RU" dirty="0"/>
            <a:t>П)</a:t>
          </a:r>
        </a:p>
      </dgm:t>
    </dgm:pt>
    <dgm:pt modelId="{F6A48180-624C-4B03-9E95-D084C616D7F5}" type="parTrans" cxnId="{48091848-0DF2-47B7-92B1-121F25FBFF8D}">
      <dgm:prSet/>
      <dgm:spPr/>
      <dgm:t>
        <a:bodyPr/>
        <a:lstStyle/>
        <a:p>
          <a:endParaRPr lang="ru-RU"/>
        </a:p>
      </dgm:t>
    </dgm:pt>
    <dgm:pt modelId="{1B58D3F9-7B8D-4CB2-8A72-C4C1117C4589}" type="sibTrans" cxnId="{48091848-0DF2-47B7-92B1-121F25FBFF8D}">
      <dgm:prSet/>
      <dgm:spPr/>
      <dgm:t>
        <a:bodyPr/>
        <a:lstStyle/>
        <a:p>
          <a:endParaRPr lang="ru-RU"/>
        </a:p>
      </dgm:t>
    </dgm:pt>
    <dgm:pt modelId="{4E36CBC1-1EBF-4531-BC94-B2DCA33BBC17}">
      <dgm:prSet phldrT="[Текст]"/>
      <dgm:spPr/>
      <dgm:t>
        <a:bodyPr/>
        <a:lstStyle/>
        <a:p>
          <a:pPr>
            <a:buNone/>
          </a:pPr>
          <a:r>
            <a:rPr lang="ru-RU" dirty="0"/>
            <a:t>(</a:t>
          </a:r>
          <a:r>
            <a:rPr lang="en-US" dirty="0"/>
            <a:t>BD-4.3)</a:t>
          </a:r>
          <a:endParaRPr lang="ru-RU" dirty="0"/>
        </a:p>
      </dgm:t>
    </dgm:pt>
    <dgm:pt modelId="{9EFB5E78-A507-44B6-85A2-359577A83491}" type="parTrans" cxnId="{61550101-D724-4241-821C-02EA2CB3A68B}">
      <dgm:prSet/>
      <dgm:spPr/>
      <dgm:t>
        <a:bodyPr/>
        <a:lstStyle/>
        <a:p>
          <a:endParaRPr lang="ru-RU"/>
        </a:p>
      </dgm:t>
    </dgm:pt>
    <dgm:pt modelId="{6D323EDD-697D-41D8-BE5C-2CC791B84B74}" type="sibTrans" cxnId="{61550101-D724-4241-821C-02EA2CB3A68B}">
      <dgm:prSet/>
      <dgm:spPr/>
      <dgm:t>
        <a:bodyPr/>
        <a:lstStyle/>
        <a:p>
          <a:endParaRPr lang="ru-RU"/>
        </a:p>
      </dgm:t>
    </dgm:pt>
    <dgm:pt modelId="{2B788E85-7F54-44B9-B1C0-2369C9D040C8}">
      <dgm:prSet phldrT="[Текст]"/>
      <dgm:spPr/>
      <dgm:t>
        <a:bodyPr/>
        <a:lstStyle/>
        <a:p>
          <a:pPr>
            <a:buNone/>
          </a:pPr>
          <a:r>
            <a:rPr lang="ru-RU" dirty="0"/>
            <a:t>(</a:t>
          </a:r>
          <a:r>
            <a:rPr lang="en-US" dirty="0"/>
            <a:t>BD-5.2, BD-5.3)</a:t>
          </a:r>
          <a:endParaRPr lang="ru-RU" dirty="0"/>
        </a:p>
      </dgm:t>
    </dgm:pt>
    <dgm:pt modelId="{C9FBEBDA-22AF-41E0-938A-D4411139C550}" type="parTrans" cxnId="{8C0F1F91-9DE8-4E2E-8C14-CE1859C249C4}">
      <dgm:prSet/>
      <dgm:spPr/>
      <dgm:t>
        <a:bodyPr/>
        <a:lstStyle/>
        <a:p>
          <a:endParaRPr lang="ru-RU"/>
        </a:p>
      </dgm:t>
    </dgm:pt>
    <dgm:pt modelId="{089A4B7A-7F78-48DA-9833-745DFBDEA73F}" type="sibTrans" cxnId="{8C0F1F91-9DE8-4E2E-8C14-CE1859C249C4}">
      <dgm:prSet/>
      <dgm:spPr/>
      <dgm:t>
        <a:bodyPr/>
        <a:lstStyle/>
        <a:p>
          <a:endParaRPr lang="ru-RU"/>
        </a:p>
      </dgm:t>
    </dgm:pt>
    <dgm:pt modelId="{B89191AB-BF80-4B10-9502-DFF1140A836D}">
      <dgm:prSet phldrT="[Текст]"/>
      <dgm:spPr/>
      <dgm:t>
        <a:bodyPr/>
        <a:lstStyle/>
        <a:p>
          <a:pPr>
            <a:buNone/>
          </a:pPr>
          <a:r>
            <a:rPr lang="ru-RU" dirty="0"/>
            <a:t>(BD-5.2 П, SS-2.1 П)</a:t>
          </a:r>
        </a:p>
      </dgm:t>
    </dgm:pt>
    <dgm:pt modelId="{87259EA6-457D-47CE-94DE-5127AD411B05}" type="parTrans" cxnId="{ED7536C0-48C9-4260-8B9E-42AED17DE0C4}">
      <dgm:prSet/>
      <dgm:spPr/>
      <dgm:t>
        <a:bodyPr/>
        <a:lstStyle/>
        <a:p>
          <a:endParaRPr lang="ru-RU"/>
        </a:p>
      </dgm:t>
    </dgm:pt>
    <dgm:pt modelId="{6C517D7B-126C-4076-AA81-480FC65F8BDE}" type="sibTrans" cxnId="{ED7536C0-48C9-4260-8B9E-42AED17DE0C4}">
      <dgm:prSet/>
      <dgm:spPr/>
      <dgm:t>
        <a:bodyPr/>
        <a:lstStyle/>
        <a:p>
          <a:endParaRPr lang="ru-RU"/>
        </a:p>
      </dgm:t>
    </dgm:pt>
    <dgm:pt modelId="{83FD53E3-742E-4E4E-92E8-BAF4D02775CA}">
      <dgm:prSet phldrT="[Текст]"/>
      <dgm:spPr/>
      <dgm:t>
        <a:bodyPr/>
        <a:lstStyle/>
        <a:p>
          <a:pPr>
            <a:buNone/>
          </a:pPr>
          <a:r>
            <a:rPr lang="ru-RU" dirty="0"/>
            <a:t>(BD-5.1 П)</a:t>
          </a:r>
        </a:p>
      </dgm:t>
    </dgm:pt>
    <dgm:pt modelId="{922848AC-37D8-4660-9E73-1B5C42DD3C14}" type="parTrans" cxnId="{E629A329-8B6E-4481-8B3E-70B9346E6D2D}">
      <dgm:prSet/>
      <dgm:spPr/>
      <dgm:t>
        <a:bodyPr/>
        <a:lstStyle/>
        <a:p>
          <a:endParaRPr lang="ru-RU"/>
        </a:p>
      </dgm:t>
    </dgm:pt>
    <dgm:pt modelId="{963D0FB5-7711-47F9-9D82-ADA737ED3EDE}" type="sibTrans" cxnId="{E629A329-8B6E-4481-8B3E-70B9346E6D2D}">
      <dgm:prSet/>
      <dgm:spPr/>
      <dgm:t>
        <a:bodyPr/>
        <a:lstStyle/>
        <a:p>
          <a:endParaRPr lang="ru-RU"/>
        </a:p>
      </dgm:t>
    </dgm:pt>
    <dgm:pt modelId="{42FF3657-0461-4BC9-A062-6004AE3BEB30}" type="pres">
      <dgm:prSet presAssocID="{A079BFED-ED85-4CF1-9814-8625A9EC4D2B}" presName="linearFlow" presStyleCnt="0">
        <dgm:presLayoutVars>
          <dgm:dir/>
          <dgm:animLvl val="lvl"/>
          <dgm:resizeHandles val="exact"/>
        </dgm:presLayoutVars>
      </dgm:prSet>
      <dgm:spPr/>
    </dgm:pt>
    <dgm:pt modelId="{F6E208D2-CDC6-4067-92DF-4E1AFE5106EF}" type="pres">
      <dgm:prSet presAssocID="{A8CC1D96-DCBE-40DF-A17D-21E0A995A959}" presName="composite" presStyleCnt="0"/>
      <dgm:spPr/>
    </dgm:pt>
    <dgm:pt modelId="{88298BE6-4687-440F-B7F8-BAC11925C238}" type="pres">
      <dgm:prSet presAssocID="{A8CC1D96-DCBE-40DF-A17D-21E0A995A959}" presName="parentText" presStyleLbl="alignNode1" presStyleIdx="0" presStyleCnt="8">
        <dgm:presLayoutVars>
          <dgm:chMax val="1"/>
          <dgm:bulletEnabled val="1"/>
        </dgm:presLayoutVars>
      </dgm:prSet>
      <dgm:spPr/>
    </dgm:pt>
    <dgm:pt modelId="{CF5B8591-966C-40AB-BCFF-E48E18D99504}" type="pres">
      <dgm:prSet presAssocID="{A8CC1D96-DCBE-40DF-A17D-21E0A995A959}" presName="descendantText" presStyleLbl="alignAcc1" presStyleIdx="0" presStyleCnt="8" custLinFactNeighborX="-260" custLinFactNeighborY="1749">
        <dgm:presLayoutVars>
          <dgm:bulletEnabled val="1"/>
        </dgm:presLayoutVars>
      </dgm:prSet>
      <dgm:spPr/>
    </dgm:pt>
    <dgm:pt modelId="{E5967568-BD18-404A-8834-7F1AD39CBEB6}" type="pres">
      <dgm:prSet presAssocID="{A1ED3ECC-211C-4E8B-8CE5-9FFD9FD12A3F}" presName="sp" presStyleCnt="0"/>
      <dgm:spPr/>
    </dgm:pt>
    <dgm:pt modelId="{0F6EA306-5771-4570-89A4-CCE41B2A2D8A}" type="pres">
      <dgm:prSet presAssocID="{8BB5174B-9E2C-4BA9-B587-800C6C48CC85}" presName="composite" presStyleCnt="0"/>
      <dgm:spPr/>
    </dgm:pt>
    <dgm:pt modelId="{57CF5B79-C04C-4ACC-B36A-9D30A04C178E}" type="pres">
      <dgm:prSet presAssocID="{8BB5174B-9E2C-4BA9-B587-800C6C48CC85}" presName="parentText" presStyleLbl="alignNode1" presStyleIdx="1" presStyleCnt="8">
        <dgm:presLayoutVars>
          <dgm:chMax val="1"/>
          <dgm:bulletEnabled val="1"/>
        </dgm:presLayoutVars>
      </dgm:prSet>
      <dgm:spPr/>
    </dgm:pt>
    <dgm:pt modelId="{E78088D6-3802-4D24-99B4-C5C1EAADC26E}" type="pres">
      <dgm:prSet presAssocID="{8BB5174B-9E2C-4BA9-B587-800C6C48CC85}" presName="descendantText" presStyleLbl="alignAcc1" presStyleIdx="1" presStyleCnt="8">
        <dgm:presLayoutVars>
          <dgm:bulletEnabled val="1"/>
        </dgm:presLayoutVars>
      </dgm:prSet>
      <dgm:spPr/>
    </dgm:pt>
    <dgm:pt modelId="{BECED7CC-B573-49AA-B502-7077AE7CD76E}" type="pres">
      <dgm:prSet presAssocID="{07356A89-CB38-40F9-8FD6-D5685AA4AC65}" presName="sp" presStyleCnt="0"/>
      <dgm:spPr/>
    </dgm:pt>
    <dgm:pt modelId="{72A41F4F-6838-473C-98A8-EA53E6095AFC}" type="pres">
      <dgm:prSet presAssocID="{C1DC1AA8-2BCA-43B1-94ED-39F113EC0D2C}" presName="composite" presStyleCnt="0"/>
      <dgm:spPr/>
    </dgm:pt>
    <dgm:pt modelId="{F2389195-C876-4807-8D8A-7B53524EEF60}" type="pres">
      <dgm:prSet presAssocID="{C1DC1AA8-2BCA-43B1-94ED-39F113EC0D2C}" presName="parentText" presStyleLbl="alignNode1" presStyleIdx="2" presStyleCnt="8">
        <dgm:presLayoutVars>
          <dgm:chMax val="1"/>
          <dgm:bulletEnabled val="1"/>
        </dgm:presLayoutVars>
      </dgm:prSet>
      <dgm:spPr/>
    </dgm:pt>
    <dgm:pt modelId="{533614CE-C676-4C20-A9DB-13B9AB3B4E10}" type="pres">
      <dgm:prSet presAssocID="{C1DC1AA8-2BCA-43B1-94ED-39F113EC0D2C}" presName="descendantText" presStyleLbl="alignAcc1" presStyleIdx="2" presStyleCnt="8">
        <dgm:presLayoutVars>
          <dgm:bulletEnabled val="1"/>
        </dgm:presLayoutVars>
      </dgm:prSet>
      <dgm:spPr/>
    </dgm:pt>
    <dgm:pt modelId="{47BB0FA6-E3B2-4E46-A28C-E6C21F82D52A}" type="pres">
      <dgm:prSet presAssocID="{814461F6-26E8-4654-8422-B2EB28B129A8}" presName="sp" presStyleCnt="0"/>
      <dgm:spPr/>
    </dgm:pt>
    <dgm:pt modelId="{98DED7A9-A34F-4B1A-A9CE-A2256AF4F37E}" type="pres">
      <dgm:prSet presAssocID="{A965DE83-B8E5-4F75-8AA1-B091B396BACE}" presName="composite" presStyleCnt="0"/>
      <dgm:spPr/>
    </dgm:pt>
    <dgm:pt modelId="{C8C8358F-4025-47ED-B6BA-011E9E72EBEE}" type="pres">
      <dgm:prSet presAssocID="{A965DE83-B8E5-4F75-8AA1-B091B396BACE}" presName="parentText" presStyleLbl="alignNode1" presStyleIdx="3" presStyleCnt="8">
        <dgm:presLayoutVars>
          <dgm:chMax val="1"/>
          <dgm:bulletEnabled val="1"/>
        </dgm:presLayoutVars>
      </dgm:prSet>
      <dgm:spPr/>
    </dgm:pt>
    <dgm:pt modelId="{FEF520A2-B89C-42D2-911E-1B0F7C261659}" type="pres">
      <dgm:prSet presAssocID="{A965DE83-B8E5-4F75-8AA1-B091B396BACE}" presName="descendantText" presStyleLbl="alignAcc1" presStyleIdx="3" presStyleCnt="8">
        <dgm:presLayoutVars>
          <dgm:bulletEnabled val="1"/>
        </dgm:presLayoutVars>
      </dgm:prSet>
      <dgm:spPr/>
    </dgm:pt>
    <dgm:pt modelId="{F8146FEA-F09F-4255-A468-346EF093AB02}" type="pres">
      <dgm:prSet presAssocID="{3DFA336C-9B5D-40FD-9506-8657632908CE}" presName="sp" presStyleCnt="0"/>
      <dgm:spPr/>
    </dgm:pt>
    <dgm:pt modelId="{E95FEA03-6C2C-4C7A-BC02-FE096E23D619}" type="pres">
      <dgm:prSet presAssocID="{77C161B4-676D-4F38-85CE-D0B4D5647DA7}" presName="composite" presStyleCnt="0"/>
      <dgm:spPr/>
    </dgm:pt>
    <dgm:pt modelId="{9312E77D-4097-4F09-9D74-A1EA3F26FC36}" type="pres">
      <dgm:prSet presAssocID="{77C161B4-676D-4F38-85CE-D0B4D5647DA7}" presName="parentText" presStyleLbl="alignNode1" presStyleIdx="4" presStyleCnt="8">
        <dgm:presLayoutVars>
          <dgm:chMax val="1"/>
          <dgm:bulletEnabled val="1"/>
        </dgm:presLayoutVars>
      </dgm:prSet>
      <dgm:spPr/>
    </dgm:pt>
    <dgm:pt modelId="{16CF9097-208A-42C1-A3BB-8C5271FB198D}" type="pres">
      <dgm:prSet presAssocID="{77C161B4-676D-4F38-85CE-D0B4D5647DA7}" presName="descendantText" presStyleLbl="alignAcc1" presStyleIdx="4" presStyleCnt="8">
        <dgm:presLayoutVars>
          <dgm:bulletEnabled val="1"/>
        </dgm:presLayoutVars>
      </dgm:prSet>
      <dgm:spPr/>
    </dgm:pt>
    <dgm:pt modelId="{DDFDEC48-4DA4-400F-A77F-A0D10FA819A6}" type="pres">
      <dgm:prSet presAssocID="{B583104A-782F-456A-BA4A-EFFF6352640A}" presName="sp" presStyleCnt="0"/>
      <dgm:spPr/>
    </dgm:pt>
    <dgm:pt modelId="{F9647509-28C9-4C05-BBEA-BAD89931C3FF}" type="pres">
      <dgm:prSet presAssocID="{BA065FDA-F59B-49F6-8B2B-524051370E90}" presName="composite" presStyleCnt="0"/>
      <dgm:spPr/>
    </dgm:pt>
    <dgm:pt modelId="{01F455F1-A8B8-4D16-A6FF-BF5378D8D820}" type="pres">
      <dgm:prSet presAssocID="{BA065FDA-F59B-49F6-8B2B-524051370E90}" presName="parentText" presStyleLbl="alignNode1" presStyleIdx="5" presStyleCnt="8">
        <dgm:presLayoutVars>
          <dgm:chMax val="1"/>
          <dgm:bulletEnabled val="1"/>
        </dgm:presLayoutVars>
      </dgm:prSet>
      <dgm:spPr/>
    </dgm:pt>
    <dgm:pt modelId="{98161CF1-1CA5-4E3F-86B3-B4F7CCAD69C7}" type="pres">
      <dgm:prSet presAssocID="{BA065FDA-F59B-49F6-8B2B-524051370E90}" presName="descendantText" presStyleLbl="alignAcc1" presStyleIdx="5" presStyleCnt="8">
        <dgm:presLayoutVars>
          <dgm:bulletEnabled val="1"/>
        </dgm:presLayoutVars>
      </dgm:prSet>
      <dgm:spPr/>
    </dgm:pt>
    <dgm:pt modelId="{50D3CD30-182A-480D-A7B2-5D1A6D69D883}" type="pres">
      <dgm:prSet presAssocID="{96EBAC6D-DC52-453F-9040-FC6514AD0399}" presName="sp" presStyleCnt="0"/>
      <dgm:spPr/>
    </dgm:pt>
    <dgm:pt modelId="{600A2373-7FE3-4427-B3D4-9CA9E235AC9D}" type="pres">
      <dgm:prSet presAssocID="{ACC6351F-1F6E-43DE-9527-0EBCEFEA99A3}" presName="composite" presStyleCnt="0"/>
      <dgm:spPr/>
    </dgm:pt>
    <dgm:pt modelId="{6A07AC87-682A-4615-B074-DF0DAF171ECC}" type="pres">
      <dgm:prSet presAssocID="{ACC6351F-1F6E-43DE-9527-0EBCEFEA99A3}" presName="parentText" presStyleLbl="alignNode1" presStyleIdx="6" presStyleCnt="8">
        <dgm:presLayoutVars>
          <dgm:chMax val="1"/>
          <dgm:bulletEnabled val="1"/>
        </dgm:presLayoutVars>
      </dgm:prSet>
      <dgm:spPr/>
    </dgm:pt>
    <dgm:pt modelId="{E7DF450B-7EB3-4E99-83F9-C92C64B7D06E}" type="pres">
      <dgm:prSet presAssocID="{ACC6351F-1F6E-43DE-9527-0EBCEFEA99A3}" presName="descendantText" presStyleLbl="alignAcc1" presStyleIdx="6" presStyleCnt="8">
        <dgm:presLayoutVars>
          <dgm:bulletEnabled val="1"/>
        </dgm:presLayoutVars>
      </dgm:prSet>
      <dgm:spPr/>
    </dgm:pt>
    <dgm:pt modelId="{0E921D74-8C0E-45FA-B846-B4D8B52F1B5C}" type="pres">
      <dgm:prSet presAssocID="{3DC111D0-0B7C-4DBA-945A-96203FF2441A}" presName="sp" presStyleCnt="0"/>
      <dgm:spPr/>
    </dgm:pt>
    <dgm:pt modelId="{81ABF991-89FD-4BE8-B88C-8316D96EE79E}" type="pres">
      <dgm:prSet presAssocID="{83A5859C-2DC2-4044-A866-0BE61DE2AFAA}" presName="composite" presStyleCnt="0"/>
      <dgm:spPr/>
    </dgm:pt>
    <dgm:pt modelId="{2A1EC36D-6F48-45B4-9594-978D51488BA9}" type="pres">
      <dgm:prSet presAssocID="{83A5859C-2DC2-4044-A866-0BE61DE2AFAA}" presName="parentText" presStyleLbl="alignNode1" presStyleIdx="7" presStyleCnt="8">
        <dgm:presLayoutVars>
          <dgm:chMax val="1"/>
          <dgm:bulletEnabled val="1"/>
        </dgm:presLayoutVars>
      </dgm:prSet>
      <dgm:spPr/>
    </dgm:pt>
    <dgm:pt modelId="{BC32FA44-A436-4346-A47E-EEB7E8F0D9BD}" type="pres">
      <dgm:prSet presAssocID="{83A5859C-2DC2-4044-A866-0BE61DE2AFAA}" presName="descendantText" presStyleLbl="alignAcc1" presStyleIdx="7" presStyleCnt="8">
        <dgm:presLayoutVars>
          <dgm:bulletEnabled val="1"/>
        </dgm:presLayoutVars>
      </dgm:prSet>
      <dgm:spPr/>
    </dgm:pt>
  </dgm:ptLst>
  <dgm:cxnLst>
    <dgm:cxn modelId="{61550101-D724-4241-821C-02EA2CB3A68B}" srcId="{77C161B4-676D-4F38-85CE-D0B4D5647DA7}" destId="{4E36CBC1-1EBF-4531-BC94-B2DCA33BBC17}" srcOrd="1" destOrd="0" parTransId="{9EFB5E78-A507-44B6-85A2-359577A83491}" sibTransId="{6D323EDD-697D-41D8-BE5C-2CC791B84B74}"/>
    <dgm:cxn modelId="{00EF5301-9E05-47BA-B145-B2E13F33270E}" srcId="{A079BFED-ED85-4CF1-9814-8625A9EC4D2B}" destId="{8BB5174B-9E2C-4BA9-B587-800C6C48CC85}" srcOrd="1" destOrd="0" parTransId="{98763AF3-8421-4985-90B4-66A9BE7F8929}" sibTransId="{07356A89-CB38-40F9-8FD6-D5685AA4AC65}"/>
    <dgm:cxn modelId="{4C4F2902-B800-47CF-8621-121D86E63BBE}" type="presOf" srcId="{A7D77406-4B11-4944-8946-C166E15134DF}" destId="{BC32FA44-A436-4346-A47E-EEB7E8F0D9BD}" srcOrd="0" destOrd="0" presId="urn:microsoft.com/office/officeart/2005/8/layout/chevron2"/>
    <dgm:cxn modelId="{1857D607-DD97-4B23-9DE4-1087C32AE0FC}" srcId="{A079BFED-ED85-4CF1-9814-8625A9EC4D2B}" destId="{77C161B4-676D-4F38-85CE-D0B4D5647DA7}" srcOrd="4" destOrd="0" parTransId="{437B130E-528D-4707-9B62-50E648CF2A94}" sibTransId="{B583104A-782F-456A-BA4A-EFFF6352640A}"/>
    <dgm:cxn modelId="{C5A6A80B-DF05-4864-83E4-1F372E453FA4}" type="presOf" srcId="{4E36CBC1-1EBF-4531-BC94-B2DCA33BBC17}" destId="{16CF9097-208A-42C1-A3BB-8C5271FB198D}" srcOrd="0" destOrd="1" presId="urn:microsoft.com/office/officeart/2005/8/layout/chevron2"/>
    <dgm:cxn modelId="{14F8A80C-7386-4FFF-83B1-9CB65C5F92B3}" type="presOf" srcId="{A079BFED-ED85-4CF1-9814-8625A9EC4D2B}" destId="{42FF3657-0461-4BC9-A062-6004AE3BEB30}" srcOrd="0" destOrd="0" presId="urn:microsoft.com/office/officeart/2005/8/layout/chevron2"/>
    <dgm:cxn modelId="{B277A411-A44E-4241-BA9F-B03504BBF6E7}" srcId="{A965DE83-B8E5-4F75-8AA1-B091B396BACE}" destId="{588F224C-16C5-4114-B6EF-F1E7CD6FA807}" srcOrd="0" destOrd="0" parTransId="{D64B084C-1BF3-4F06-AA26-ECA12B29F5E4}" sibTransId="{EF4E7C4E-DC0C-4632-AB7A-4ADF00AAB1A2}"/>
    <dgm:cxn modelId="{51908B22-3644-45C9-91D8-911D21540EBB}" srcId="{A8CC1D96-DCBE-40DF-A17D-21E0A995A959}" destId="{ED4740A9-6817-4421-A6CC-FA7DDAD38871}" srcOrd="0" destOrd="0" parTransId="{E112BEF3-D708-4FD9-90AD-994180CC67A6}" sibTransId="{9BC8094F-B21C-4CE6-A570-41623E6A2E38}"/>
    <dgm:cxn modelId="{0733E028-C35A-4BEA-8AF8-ADD776CE4A21}" type="presOf" srcId="{BA065FDA-F59B-49F6-8B2B-524051370E90}" destId="{01F455F1-A8B8-4D16-A6FF-BF5378D8D820}" srcOrd="0" destOrd="0" presId="urn:microsoft.com/office/officeart/2005/8/layout/chevron2"/>
    <dgm:cxn modelId="{E629A329-8B6E-4481-8B3E-70B9346E6D2D}" srcId="{83A5859C-2DC2-4044-A866-0BE61DE2AFAA}" destId="{83FD53E3-742E-4E4E-92E8-BAF4D02775CA}" srcOrd="1" destOrd="0" parTransId="{922848AC-37D8-4660-9E73-1B5C42DD3C14}" sibTransId="{963D0FB5-7711-47F9-9D82-ADA737ED3EDE}"/>
    <dgm:cxn modelId="{2A542B2A-14AC-4F0E-B6B8-E1198E330DAA}" srcId="{8BB5174B-9E2C-4BA9-B587-800C6C48CC85}" destId="{0BC3ACB0-C711-4086-911E-83BA82F199F7}" srcOrd="1" destOrd="0" parTransId="{409C9847-19DF-4853-95AB-F94F8B493C1D}" sibTransId="{B1ED95CC-A003-4BA3-9D0A-2B2869A4DAFD}"/>
    <dgm:cxn modelId="{46DEC12A-8B99-4A3C-BBFB-2123ADFD8548}" srcId="{A079BFED-ED85-4CF1-9814-8625A9EC4D2B}" destId="{BA065FDA-F59B-49F6-8B2B-524051370E90}" srcOrd="5" destOrd="0" parTransId="{E4325676-FAAE-49B5-8AF2-11AEF1D1A3C3}" sibTransId="{96EBAC6D-DC52-453F-9040-FC6514AD0399}"/>
    <dgm:cxn modelId="{C83B802B-06E2-41BE-9276-8B0DCACCFDAE}" srcId="{8BB5174B-9E2C-4BA9-B587-800C6C48CC85}" destId="{318F69AC-2C2C-4CE2-BFEF-E4D003C9A127}" srcOrd="0" destOrd="0" parTransId="{59B6D174-009E-4EC1-9F67-5C721CB467DD}" sibTransId="{F0E2B696-9319-4B0D-AFF0-F63ADC649989}"/>
    <dgm:cxn modelId="{D8054E31-ED14-4FD6-AB0F-64453E4C91C9}" srcId="{A079BFED-ED85-4CF1-9814-8625A9EC4D2B}" destId="{A8CC1D96-DCBE-40DF-A17D-21E0A995A959}" srcOrd="0" destOrd="0" parTransId="{99890EF8-7B05-4E48-9A38-A6FB014983AC}" sibTransId="{A1ED3ECC-211C-4E8B-8CE5-9FFD9FD12A3F}"/>
    <dgm:cxn modelId="{8E7CEA33-FDF3-4312-B37A-C0348D682035}" type="presOf" srcId="{05C71FF0-3083-4F95-8088-C24CC531EC86}" destId="{533614CE-C676-4C20-A9DB-13B9AB3B4E10}" srcOrd="0" destOrd="1" presId="urn:microsoft.com/office/officeart/2005/8/layout/chevron2"/>
    <dgm:cxn modelId="{895ACA3C-15CA-49E8-B4F9-CDBED665CB3B}" type="presOf" srcId="{8BB5174B-9E2C-4BA9-B587-800C6C48CC85}" destId="{57CF5B79-C04C-4ACC-B36A-9D30A04C178E}" srcOrd="0" destOrd="0" presId="urn:microsoft.com/office/officeart/2005/8/layout/chevron2"/>
    <dgm:cxn modelId="{7E9C3B5C-A57B-490E-A041-FA5C2B85D7BD}" type="presOf" srcId="{908917FC-5460-4409-B7AE-BCB27BB91FB4}" destId="{FEF520A2-B89C-42D2-911E-1B0F7C261659}" srcOrd="0" destOrd="1" presId="urn:microsoft.com/office/officeart/2005/8/layout/chevron2"/>
    <dgm:cxn modelId="{C5E87A61-47AD-44BF-BF3F-DEE292550DB6}" type="presOf" srcId="{A965DE83-B8E5-4F75-8AA1-B091B396BACE}" destId="{C8C8358F-4025-47ED-B6BA-011E9E72EBEE}" srcOrd="0" destOrd="0" presId="urn:microsoft.com/office/officeart/2005/8/layout/chevron2"/>
    <dgm:cxn modelId="{20573664-0367-441C-8073-41BC36E283F1}" type="presOf" srcId="{ACC6351F-1F6E-43DE-9527-0EBCEFEA99A3}" destId="{6A07AC87-682A-4615-B074-DF0DAF171ECC}" srcOrd="0" destOrd="0" presId="urn:microsoft.com/office/officeart/2005/8/layout/chevron2"/>
    <dgm:cxn modelId="{92665E64-C50D-406A-9F6C-232336C95AE6}" type="presOf" srcId="{E676FF60-49CE-49C4-8369-302FB8BA361B}" destId="{98161CF1-1CA5-4E3F-86B3-B4F7CCAD69C7}" srcOrd="0" destOrd="0" presId="urn:microsoft.com/office/officeart/2005/8/layout/chevron2"/>
    <dgm:cxn modelId="{48091848-0DF2-47B7-92B1-121F25FBFF8D}" srcId="{A965DE83-B8E5-4F75-8AA1-B091B396BACE}" destId="{908917FC-5460-4409-B7AE-BCB27BB91FB4}" srcOrd="1" destOrd="0" parTransId="{F6A48180-624C-4B03-9E95-D084C616D7F5}" sibTransId="{1B58D3F9-7B8D-4CB2-8A72-C4C1117C4589}"/>
    <dgm:cxn modelId="{CFECE749-B37C-494E-A75B-ADF436A441C5}" type="presOf" srcId="{C1DC1AA8-2BCA-43B1-94ED-39F113EC0D2C}" destId="{F2389195-C876-4807-8D8A-7B53524EEF60}" srcOrd="0" destOrd="0" presId="urn:microsoft.com/office/officeart/2005/8/layout/chevron2"/>
    <dgm:cxn modelId="{5DC4286B-4225-470B-852D-15170A8ABF38}" srcId="{BA065FDA-F59B-49F6-8B2B-524051370E90}" destId="{E676FF60-49CE-49C4-8369-302FB8BA361B}" srcOrd="0" destOrd="0" parTransId="{16FF96C6-5248-43AC-9270-8C0CFDEB0E59}" sibTransId="{BDBC9480-2D61-4484-80BF-2AEA54984DE7}"/>
    <dgm:cxn modelId="{B107CB71-226F-4A97-95CA-438AF5167E77}" type="presOf" srcId="{0BC3ACB0-C711-4086-911E-83BA82F199F7}" destId="{E78088D6-3802-4D24-99B4-C5C1EAADC26E}" srcOrd="0" destOrd="1" presId="urn:microsoft.com/office/officeart/2005/8/layout/chevron2"/>
    <dgm:cxn modelId="{D4A4C153-A6F9-4622-A297-C0E8CED0488F}" type="presOf" srcId="{2B788E85-7F54-44B9-B1C0-2369C9D040C8}" destId="{98161CF1-1CA5-4E3F-86B3-B4F7CCAD69C7}" srcOrd="0" destOrd="1" presId="urn:microsoft.com/office/officeart/2005/8/layout/chevron2"/>
    <dgm:cxn modelId="{B89EEB58-DFF9-41A1-9A5F-33255FACC9FB}" type="presOf" srcId="{ED4740A9-6817-4421-A6CC-FA7DDAD38871}" destId="{CF5B8591-966C-40AB-BCFF-E48E18D99504}" srcOrd="0" destOrd="0" presId="urn:microsoft.com/office/officeart/2005/8/layout/chevron2"/>
    <dgm:cxn modelId="{5291E685-81E9-4001-A023-77D936D45071}" type="presOf" srcId="{10BC80F6-9983-4E6E-906D-7BFDD34503AA}" destId="{CF5B8591-966C-40AB-BCFF-E48E18D99504}" srcOrd="0" destOrd="1" presId="urn:microsoft.com/office/officeart/2005/8/layout/chevron2"/>
    <dgm:cxn modelId="{B58AA786-97E4-4E1F-97D0-8723050326C7}" srcId="{A079BFED-ED85-4CF1-9814-8625A9EC4D2B}" destId="{83A5859C-2DC2-4044-A866-0BE61DE2AFAA}" srcOrd="7" destOrd="0" parTransId="{81D920F3-2F04-4485-B477-D0F9E8E71040}" sibTransId="{CC83D0D3-4B09-454D-B371-D149737C22F3}"/>
    <dgm:cxn modelId="{8C0F1F91-9DE8-4E2E-8C14-CE1859C249C4}" srcId="{BA065FDA-F59B-49F6-8B2B-524051370E90}" destId="{2B788E85-7F54-44B9-B1C0-2369C9D040C8}" srcOrd="1" destOrd="0" parTransId="{C9FBEBDA-22AF-41E0-938A-D4411139C550}" sibTransId="{089A4B7A-7F78-48DA-9833-745DFBDEA73F}"/>
    <dgm:cxn modelId="{C2665594-E06D-49AF-82A9-A32DA416FC7C}" type="presOf" srcId="{77C161B4-676D-4F38-85CE-D0B4D5647DA7}" destId="{9312E77D-4097-4F09-9D74-A1EA3F26FC36}" srcOrd="0" destOrd="0" presId="urn:microsoft.com/office/officeart/2005/8/layout/chevron2"/>
    <dgm:cxn modelId="{BB6FCDA1-9D5E-403C-89B6-CAB70AFE8392}" type="presOf" srcId="{B89191AB-BF80-4B10-9502-DFF1140A836D}" destId="{E7DF450B-7EB3-4E99-83F9-C92C64B7D06E}" srcOrd="0" destOrd="1" presId="urn:microsoft.com/office/officeart/2005/8/layout/chevron2"/>
    <dgm:cxn modelId="{F2F01DA3-9DB8-4622-873E-1D58EC3BD06C}" srcId="{A079BFED-ED85-4CF1-9814-8625A9EC4D2B}" destId="{ACC6351F-1F6E-43DE-9527-0EBCEFEA99A3}" srcOrd="6" destOrd="0" parTransId="{14D30DE7-32B7-45A9-BC10-76E3593B47AD}" sibTransId="{3DC111D0-0B7C-4DBA-945A-96203FF2441A}"/>
    <dgm:cxn modelId="{B301AFA3-C87B-48BB-B064-97FB438FE821}" type="presOf" srcId="{318F69AC-2C2C-4CE2-BFEF-E4D003C9A127}" destId="{E78088D6-3802-4D24-99B4-C5C1EAADC26E}" srcOrd="0" destOrd="0" presId="urn:microsoft.com/office/officeart/2005/8/layout/chevron2"/>
    <dgm:cxn modelId="{3A64E3A4-F2BD-4509-891F-1DAE3102145C}" srcId="{ACC6351F-1F6E-43DE-9527-0EBCEFEA99A3}" destId="{AC7D6BC5-10DB-4365-B2F8-088E7E02936D}" srcOrd="0" destOrd="0" parTransId="{B00AC2C9-D284-4BEA-A6B8-EB2A2A194510}" sibTransId="{DBF22993-64E9-490C-AF73-940F9629931A}"/>
    <dgm:cxn modelId="{442884A5-A6B4-4B0B-8365-190D0130C888}" srcId="{C1DC1AA8-2BCA-43B1-94ED-39F113EC0D2C}" destId="{88A9555D-FA23-4C50-A54B-6976C758E7AD}" srcOrd="0" destOrd="0" parTransId="{47086541-4E0E-425C-B716-F9A03A0A63BC}" sibTransId="{2E0A8FD8-9F0C-4C24-95BE-5A872CF08E11}"/>
    <dgm:cxn modelId="{A9FB94A7-A7B6-4597-80E8-92DA5D276812}" srcId="{A8CC1D96-DCBE-40DF-A17D-21E0A995A959}" destId="{10BC80F6-9983-4E6E-906D-7BFDD34503AA}" srcOrd="1" destOrd="0" parTransId="{E3ED7082-D496-4A61-8B36-C0FA494655CA}" sibTransId="{2FCBFE78-E6A4-479D-9922-7063513BA489}"/>
    <dgm:cxn modelId="{B23B1CB3-FA6F-4674-AAAB-9C77BDB3D9ED}" srcId="{C1DC1AA8-2BCA-43B1-94ED-39F113EC0D2C}" destId="{05C71FF0-3083-4F95-8088-C24CC531EC86}" srcOrd="1" destOrd="0" parTransId="{DDA0D7A0-F01F-4B71-97EC-27A6EB35E8D4}" sibTransId="{926FD6DD-3B78-45D1-9909-4C86FCF7D729}"/>
    <dgm:cxn modelId="{31ACA1B9-AB8A-44D3-BCF3-D8240D1DD846}" type="presOf" srcId="{AC7D6BC5-10DB-4365-B2F8-088E7E02936D}" destId="{E7DF450B-7EB3-4E99-83F9-C92C64B7D06E}" srcOrd="0" destOrd="0" presId="urn:microsoft.com/office/officeart/2005/8/layout/chevron2"/>
    <dgm:cxn modelId="{290068BB-414F-4D20-8CF5-5DDADEDB63F8}" srcId="{83A5859C-2DC2-4044-A866-0BE61DE2AFAA}" destId="{A7D77406-4B11-4944-8946-C166E15134DF}" srcOrd="0" destOrd="0" parTransId="{AA7760C7-689F-447E-90CE-727A2D3031FC}" sibTransId="{05161B8D-5F50-4C85-8CB8-5DDE96FEBC47}"/>
    <dgm:cxn modelId="{8379D9BB-EF29-4F6B-B9BB-C487DF0E266A}" srcId="{77C161B4-676D-4F38-85CE-D0B4D5647DA7}" destId="{28F0DE0C-9276-4ACC-BDEF-A12FD844E5D3}" srcOrd="0" destOrd="0" parTransId="{31824BA1-9A9B-48FC-9952-E40888AC3FF1}" sibTransId="{DC7D3DF7-5737-40B5-9F79-7D5929755427}"/>
    <dgm:cxn modelId="{ED7536C0-48C9-4260-8B9E-42AED17DE0C4}" srcId="{ACC6351F-1F6E-43DE-9527-0EBCEFEA99A3}" destId="{B89191AB-BF80-4B10-9502-DFF1140A836D}" srcOrd="1" destOrd="0" parTransId="{87259EA6-457D-47CE-94DE-5127AD411B05}" sibTransId="{6C517D7B-126C-4076-AA81-480FC65F8BDE}"/>
    <dgm:cxn modelId="{A31CEED7-52E2-4208-8FC3-C5ACCB37871A}" type="presOf" srcId="{88A9555D-FA23-4C50-A54B-6976C758E7AD}" destId="{533614CE-C676-4C20-A9DB-13B9AB3B4E10}" srcOrd="0" destOrd="0" presId="urn:microsoft.com/office/officeart/2005/8/layout/chevron2"/>
    <dgm:cxn modelId="{FE0DCAD9-3314-4DAF-8496-3F90B2F7806C}" srcId="{A079BFED-ED85-4CF1-9814-8625A9EC4D2B}" destId="{A965DE83-B8E5-4F75-8AA1-B091B396BACE}" srcOrd="3" destOrd="0" parTransId="{3C7C00EB-3C5E-4B4F-A5FD-6B03D7F95B25}" sibTransId="{3DFA336C-9B5D-40FD-9506-8657632908CE}"/>
    <dgm:cxn modelId="{DAB496DD-7581-4827-87C1-3577CA729E38}" srcId="{A079BFED-ED85-4CF1-9814-8625A9EC4D2B}" destId="{C1DC1AA8-2BCA-43B1-94ED-39F113EC0D2C}" srcOrd="2" destOrd="0" parTransId="{9ABC357A-C767-4F72-A613-9287DCBAB9DF}" sibTransId="{814461F6-26E8-4654-8422-B2EB28B129A8}"/>
    <dgm:cxn modelId="{1248B9DF-5E43-4D3F-A98F-78986B60C2D8}" type="presOf" srcId="{28F0DE0C-9276-4ACC-BDEF-A12FD844E5D3}" destId="{16CF9097-208A-42C1-A3BB-8C5271FB198D}" srcOrd="0" destOrd="0" presId="urn:microsoft.com/office/officeart/2005/8/layout/chevron2"/>
    <dgm:cxn modelId="{FDDA1DF2-4F7B-400B-8C21-242DCD830F86}" type="presOf" srcId="{83FD53E3-742E-4E4E-92E8-BAF4D02775CA}" destId="{BC32FA44-A436-4346-A47E-EEB7E8F0D9BD}" srcOrd="0" destOrd="1" presId="urn:microsoft.com/office/officeart/2005/8/layout/chevron2"/>
    <dgm:cxn modelId="{5BE37DF5-7657-4BCE-A103-6666148DA585}" type="presOf" srcId="{588F224C-16C5-4114-B6EF-F1E7CD6FA807}" destId="{FEF520A2-B89C-42D2-911E-1B0F7C261659}" srcOrd="0" destOrd="0" presId="urn:microsoft.com/office/officeart/2005/8/layout/chevron2"/>
    <dgm:cxn modelId="{E96729F9-084E-4A6D-B30A-5A9F2C8385E0}" type="presOf" srcId="{83A5859C-2DC2-4044-A866-0BE61DE2AFAA}" destId="{2A1EC36D-6F48-45B4-9594-978D51488BA9}" srcOrd="0" destOrd="0" presId="urn:microsoft.com/office/officeart/2005/8/layout/chevron2"/>
    <dgm:cxn modelId="{917242FD-7BC2-4347-A3B4-7C6B138EC2AF}" type="presOf" srcId="{A8CC1D96-DCBE-40DF-A17D-21E0A995A959}" destId="{88298BE6-4687-440F-B7F8-BAC11925C238}" srcOrd="0" destOrd="0" presId="urn:microsoft.com/office/officeart/2005/8/layout/chevron2"/>
    <dgm:cxn modelId="{8EA47426-8670-4E18-B622-D74856A4A2B4}" type="presParOf" srcId="{42FF3657-0461-4BC9-A062-6004AE3BEB30}" destId="{F6E208D2-CDC6-4067-92DF-4E1AFE5106EF}" srcOrd="0" destOrd="0" presId="urn:microsoft.com/office/officeart/2005/8/layout/chevron2"/>
    <dgm:cxn modelId="{C5869C56-AAB6-4BBC-8583-97FA9EADD46F}" type="presParOf" srcId="{F6E208D2-CDC6-4067-92DF-4E1AFE5106EF}" destId="{88298BE6-4687-440F-B7F8-BAC11925C238}" srcOrd="0" destOrd="0" presId="urn:microsoft.com/office/officeart/2005/8/layout/chevron2"/>
    <dgm:cxn modelId="{B1A1234E-C75A-480B-90B1-C01D6AC08AFB}" type="presParOf" srcId="{F6E208D2-CDC6-4067-92DF-4E1AFE5106EF}" destId="{CF5B8591-966C-40AB-BCFF-E48E18D99504}" srcOrd="1" destOrd="0" presId="urn:microsoft.com/office/officeart/2005/8/layout/chevron2"/>
    <dgm:cxn modelId="{3444D937-8898-435A-B621-44B08656A1DB}" type="presParOf" srcId="{42FF3657-0461-4BC9-A062-6004AE3BEB30}" destId="{E5967568-BD18-404A-8834-7F1AD39CBEB6}" srcOrd="1" destOrd="0" presId="urn:microsoft.com/office/officeart/2005/8/layout/chevron2"/>
    <dgm:cxn modelId="{2B386B92-4263-4905-8FEB-557ADFF2F592}" type="presParOf" srcId="{42FF3657-0461-4BC9-A062-6004AE3BEB30}" destId="{0F6EA306-5771-4570-89A4-CCE41B2A2D8A}" srcOrd="2" destOrd="0" presId="urn:microsoft.com/office/officeart/2005/8/layout/chevron2"/>
    <dgm:cxn modelId="{72815541-8DD8-4E59-8C30-54878B71E597}" type="presParOf" srcId="{0F6EA306-5771-4570-89A4-CCE41B2A2D8A}" destId="{57CF5B79-C04C-4ACC-B36A-9D30A04C178E}" srcOrd="0" destOrd="0" presId="urn:microsoft.com/office/officeart/2005/8/layout/chevron2"/>
    <dgm:cxn modelId="{C8D43C28-0FC4-4FDB-B816-3FCED45D7DE3}" type="presParOf" srcId="{0F6EA306-5771-4570-89A4-CCE41B2A2D8A}" destId="{E78088D6-3802-4D24-99B4-C5C1EAADC26E}" srcOrd="1" destOrd="0" presId="urn:microsoft.com/office/officeart/2005/8/layout/chevron2"/>
    <dgm:cxn modelId="{9F294F92-4CFC-496F-950A-0F46A1F53058}" type="presParOf" srcId="{42FF3657-0461-4BC9-A062-6004AE3BEB30}" destId="{BECED7CC-B573-49AA-B502-7077AE7CD76E}" srcOrd="3" destOrd="0" presId="urn:microsoft.com/office/officeart/2005/8/layout/chevron2"/>
    <dgm:cxn modelId="{E41C8FFD-1B38-49D7-A3F4-B2C8B1E741DC}" type="presParOf" srcId="{42FF3657-0461-4BC9-A062-6004AE3BEB30}" destId="{72A41F4F-6838-473C-98A8-EA53E6095AFC}" srcOrd="4" destOrd="0" presId="urn:microsoft.com/office/officeart/2005/8/layout/chevron2"/>
    <dgm:cxn modelId="{D5A7D1BF-6B76-4619-ACFD-4AF861F6D47A}" type="presParOf" srcId="{72A41F4F-6838-473C-98A8-EA53E6095AFC}" destId="{F2389195-C876-4807-8D8A-7B53524EEF60}" srcOrd="0" destOrd="0" presId="urn:microsoft.com/office/officeart/2005/8/layout/chevron2"/>
    <dgm:cxn modelId="{7720C196-7265-4DD8-9BCC-4133E29A7639}" type="presParOf" srcId="{72A41F4F-6838-473C-98A8-EA53E6095AFC}" destId="{533614CE-C676-4C20-A9DB-13B9AB3B4E10}" srcOrd="1" destOrd="0" presId="urn:microsoft.com/office/officeart/2005/8/layout/chevron2"/>
    <dgm:cxn modelId="{63DA1B53-A2AD-4CF4-9885-E07C1159846F}" type="presParOf" srcId="{42FF3657-0461-4BC9-A062-6004AE3BEB30}" destId="{47BB0FA6-E3B2-4E46-A28C-E6C21F82D52A}" srcOrd="5" destOrd="0" presId="urn:microsoft.com/office/officeart/2005/8/layout/chevron2"/>
    <dgm:cxn modelId="{F86AA1DD-2216-4556-9C20-79B423C9C04C}" type="presParOf" srcId="{42FF3657-0461-4BC9-A062-6004AE3BEB30}" destId="{98DED7A9-A34F-4B1A-A9CE-A2256AF4F37E}" srcOrd="6" destOrd="0" presId="urn:microsoft.com/office/officeart/2005/8/layout/chevron2"/>
    <dgm:cxn modelId="{632D6247-D8BD-4B50-B045-EDDE131D8DF8}" type="presParOf" srcId="{98DED7A9-A34F-4B1A-A9CE-A2256AF4F37E}" destId="{C8C8358F-4025-47ED-B6BA-011E9E72EBEE}" srcOrd="0" destOrd="0" presId="urn:microsoft.com/office/officeart/2005/8/layout/chevron2"/>
    <dgm:cxn modelId="{27D9BDC4-81EF-457F-A246-E0888E7F32E8}" type="presParOf" srcId="{98DED7A9-A34F-4B1A-A9CE-A2256AF4F37E}" destId="{FEF520A2-B89C-42D2-911E-1B0F7C261659}" srcOrd="1" destOrd="0" presId="urn:microsoft.com/office/officeart/2005/8/layout/chevron2"/>
    <dgm:cxn modelId="{9B2F1CA1-2311-432A-B15F-8607D1F7289F}" type="presParOf" srcId="{42FF3657-0461-4BC9-A062-6004AE3BEB30}" destId="{F8146FEA-F09F-4255-A468-346EF093AB02}" srcOrd="7" destOrd="0" presId="urn:microsoft.com/office/officeart/2005/8/layout/chevron2"/>
    <dgm:cxn modelId="{A35CB596-D333-4BBA-AAED-9B3412109EF3}" type="presParOf" srcId="{42FF3657-0461-4BC9-A062-6004AE3BEB30}" destId="{E95FEA03-6C2C-4C7A-BC02-FE096E23D619}" srcOrd="8" destOrd="0" presId="urn:microsoft.com/office/officeart/2005/8/layout/chevron2"/>
    <dgm:cxn modelId="{BF0E65F7-3D82-405A-963F-7593A45AE590}" type="presParOf" srcId="{E95FEA03-6C2C-4C7A-BC02-FE096E23D619}" destId="{9312E77D-4097-4F09-9D74-A1EA3F26FC36}" srcOrd="0" destOrd="0" presId="urn:microsoft.com/office/officeart/2005/8/layout/chevron2"/>
    <dgm:cxn modelId="{E30AD07A-8F72-46FB-A0BB-E398E45A2657}" type="presParOf" srcId="{E95FEA03-6C2C-4C7A-BC02-FE096E23D619}" destId="{16CF9097-208A-42C1-A3BB-8C5271FB198D}" srcOrd="1" destOrd="0" presId="urn:microsoft.com/office/officeart/2005/8/layout/chevron2"/>
    <dgm:cxn modelId="{EBA450ED-E49D-43C6-804D-88A42EB298D3}" type="presParOf" srcId="{42FF3657-0461-4BC9-A062-6004AE3BEB30}" destId="{DDFDEC48-4DA4-400F-A77F-A0D10FA819A6}" srcOrd="9" destOrd="0" presId="urn:microsoft.com/office/officeart/2005/8/layout/chevron2"/>
    <dgm:cxn modelId="{138ACB1F-7B76-49F3-89CC-52B75DB80301}" type="presParOf" srcId="{42FF3657-0461-4BC9-A062-6004AE3BEB30}" destId="{F9647509-28C9-4C05-BBEA-BAD89931C3FF}" srcOrd="10" destOrd="0" presId="urn:microsoft.com/office/officeart/2005/8/layout/chevron2"/>
    <dgm:cxn modelId="{8BEF1177-A47C-4BA8-AE1C-CB25129DC15E}" type="presParOf" srcId="{F9647509-28C9-4C05-BBEA-BAD89931C3FF}" destId="{01F455F1-A8B8-4D16-A6FF-BF5378D8D820}" srcOrd="0" destOrd="0" presId="urn:microsoft.com/office/officeart/2005/8/layout/chevron2"/>
    <dgm:cxn modelId="{57A23DFA-7C29-483E-8ABF-B1A81BA7DBE0}" type="presParOf" srcId="{F9647509-28C9-4C05-BBEA-BAD89931C3FF}" destId="{98161CF1-1CA5-4E3F-86B3-B4F7CCAD69C7}" srcOrd="1" destOrd="0" presId="urn:microsoft.com/office/officeart/2005/8/layout/chevron2"/>
    <dgm:cxn modelId="{A6CA809C-B48C-47D0-8F50-852482B5383C}" type="presParOf" srcId="{42FF3657-0461-4BC9-A062-6004AE3BEB30}" destId="{50D3CD30-182A-480D-A7B2-5D1A6D69D883}" srcOrd="11" destOrd="0" presId="urn:microsoft.com/office/officeart/2005/8/layout/chevron2"/>
    <dgm:cxn modelId="{B30F30CB-3067-408C-A2D6-114D5EE31A96}" type="presParOf" srcId="{42FF3657-0461-4BC9-A062-6004AE3BEB30}" destId="{600A2373-7FE3-4427-B3D4-9CA9E235AC9D}" srcOrd="12" destOrd="0" presId="urn:microsoft.com/office/officeart/2005/8/layout/chevron2"/>
    <dgm:cxn modelId="{661740B9-FDBE-4269-9DBF-1264FCAF881B}" type="presParOf" srcId="{600A2373-7FE3-4427-B3D4-9CA9E235AC9D}" destId="{6A07AC87-682A-4615-B074-DF0DAF171ECC}" srcOrd="0" destOrd="0" presId="urn:microsoft.com/office/officeart/2005/8/layout/chevron2"/>
    <dgm:cxn modelId="{13347B47-DFFE-446F-9ACA-0B143D2635DD}" type="presParOf" srcId="{600A2373-7FE3-4427-B3D4-9CA9E235AC9D}" destId="{E7DF450B-7EB3-4E99-83F9-C92C64B7D06E}" srcOrd="1" destOrd="0" presId="urn:microsoft.com/office/officeart/2005/8/layout/chevron2"/>
    <dgm:cxn modelId="{F06AC297-69FB-4E0C-9A8E-ABF6853EDE71}" type="presParOf" srcId="{42FF3657-0461-4BC9-A062-6004AE3BEB30}" destId="{0E921D74-8C0E-45FA-B846-B4D8B52F1B5C}" srcOrd="13" destOrd="0" presId="urn:microsoft.com/office/officeart/2005/8/layout/chevron2"/>
    <dgm:cxn modelId="{70486679-53A7-47F8-A377-FA9374985345}" type="presParOf" srcId="{42FF3657-0461-4BC9-A062-6004AE3BEB30}" destId="{81ABF991-89FD-4BE8-B88C-8316D96EE79E}" srcOrd="14" destOrd="0" presId="urn:microsoft.com/office/officeart/2005/8/layout/chevron2"/>
    <dgm:cxn modelId="{15D5E8DF-7035-4177-9B7D-D53A997729E5}" type="presParOf" srcId="{81ABF991-89FD-4BE8-B88C-8316D96EE79E}" destId="{2A1EC36D-6F48-45B4-9594-978D51488BA9}" srcOrd="0" destOrd="0" presId="urn:microsoft.com/office/officeart/2005/8/layout/chevron2"/>
    <dgm:cxn modelId="{75E79A0E-05FC-4C64-A50D-A5C60C9FB0E1}" type="presParOf" srcId="{81ABF991-89FD-4BE8-B88C-8316D96EE79E}" destId="{BC32FA44-A436-4346-A47E-EEB7E8F0D9B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3B39EAB-0A7D-4BB7-BE03-14DF8CB2CFF0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96B9C7E-866C-4657-988F-12A614CCFD51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BBD9DEA4-93E7-40CB-9D75-EF363E6B13DA}" type="parTrans" cxnId="{756D5CB3-AD20-453C-B0E7-06993BA7F73D}">
      <dgm:prSet/>
      <dgm:spPr/>
      <dgm:t>
        <a:bodyPr/>
        <a:lstStyle/>
        <a:p>
          <a:endParaRPr lang="ru-RU"/>
        </a:p>
      </dgm:t>
    </dgm:pt>
    <dgm:pt modelId="{9264E4CB-DF93-4E55-BE0F-762F61C5F4A5}" type="sibTrans" cxnId="{756D5CB3-AD20-453C-B0E7-06993BA7F73D}">
      <dgm:prSet/>
      <dgm:spPr/>
      <dgm:t>
        <a:bodyPr/>
        <a:lstStyle/>
        <a:p>
          <a:endParaRPr lang="ru-RU"/>
        </a:p>
      </dgm:t>
    </dgm:pt>
    <dgm:pt modelId="{B96BB28E-7F0F-4248-A8C1-0E6338D0FE14}">
      <dgm:prSet phldrT="[Текст]"/>
      <dgm:spPr/>
      <dgm:t>
        <a:bodyPr/>
        <a:lstStyle/>
        <a:p>
          <a:pPr>
            <a:buNone/>
          </a:pP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Анализ больших данных (BD-1.1 П)</a:t>
          </a:r>
        </a:p>
      </dgm:t>
    </dgm:pt>
    <dgm:pt modelId="{E026F399-7927-4AC5-8625-AECD1BBF1904}" type="parTrans" cxnId="{029F9A91-1ADF-4083-8669-08C82FFF8692}">
      <dgm:prSet/>
      <dgm:spPr/>
      <dgm:t>
        <a:bodyPr/>
        <a:lstStyle/>
        <a:p>
          <a:endParaRPr lang="ru-RU"/>
        </a:p>
      </dgm:t>
    </dgm:pt>
    <dgm:pt modelId="{A9D9BF25-335F-4CD1-92BE-48873720FDF2}" type="sibTrans" cxnId="{029F9A91-1ADF-4083-8669-08C82FFF8692}">
      <dgm:prSet/>
      <dgm:spPr/>
      <dgm:t>
        <a:bodyPr/>
        <a:lstStyle/>
        <a:p>
          <a:endParaRPr lang="ru-RU"/>
        </a:p>
      </dgm:t>
    </dgm:pt>
    <dgm:pt modelId="{9CC03439-08D6-4719-96AF-804ADB240933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CEC9A2FB-6955-494E-AF12-171B516AEED5}" type="parTrans" cxnId="{1BED3C22-58C2-4388-9697-6FEE2F559077}">
      <dgm:prSet/>
      <dgm:spPr/>
      <dgm:t>
        <a:bodyPr/>
        <a:lstStyle/>
        <a:p>
          <a:endParaRPr lang="ru-RU"/>
        </a:p>
      </dgm:t>
    </dgm:pt>
    <dgm:pt modelId="{E85785AC-F1AA-4BA6-B6AC-118CE3ED78D5}" type="sibTrans" cxnId="{1BED3C22-58C2-4388-9697-6FEE2F559077}">
      <dgm:prSet/>
      <dgm:spPr/>
      <dgm:t>
        <a:bodyPr/>
        <a:lstStyle/>
        <a:p>
          <a:endParaRPr lang="ru-RU"/>
        </a:p>
      </dgm:t>
    </dgm:pt>
    <dgm:pt modelId="{CD6712BE-377C-48F0-A0D5-CD269A331D32}">
      <dgm:prSet phldrT="[Текст]"/>
      <dgm:spPr/>
      <dgm:t>
        <a:bodyPr/>
        <a:lstStyle/>
        <a:p>
          <a:pPr>
            <a:buNone/>
          </a:pP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Инжиниринг данных (BD-2.2 Б, BD-4.1 П)</a:t>
          </a:r>
        </a:p>
      </dgm:t>
    </dgm:pt>
    <dgm:pt modelId="{09F5A3EC-70DA-4835-9AB1-5E8EE85BC93F}" type="parTrans" cxnId="{45906FBF-37D3-4331-8508-012C5C4BFB8C}">
      <dgm:prSet/>
      <dgm:spPr/>
      <dgm:t>
        <a:bodyPr/>
        <a:lstStyle/>
        <a:p>
          <a:endParaRPr lang="ru-RU"/>
        </a:p>
      </dgm:t>
    </dgm:pt>
    <dgm:pt modelId="{9BFCA116-C4D0-469A-AE84-CBA39800D73B}" type="sibTrans" cxnId="{45906FBF-37D3-4331-8508-012C5C4BFB8C}">
      <dgm:prSet/>
      <dgm:spPr/>
      <dgm:t>
        <a:bodyPr/>
        <a:lstStyle/>
        <a:p>
          <a:endParaRPr lang="ru-RU"/>
        </a:p>
      </dgm:t>
    </dgm:pt>
    <dgm:pt modelId="{9E7D87AF-A6AF-4A33-A309-F337A7D1FA8E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4BE13AF4-6948-4559-8F47-F65288F4C915}" type="parTrans" cxnId="{F8FC517A-4466-4C79-B35C-2A9594852868}">
      <dgm:prSet/>
      <dgm:spPr/>
      <dgm:t>
        <a:bodyPr/>
        <a:lstStyle/>
        <a:p>
          <a:endParaRPr lang="ru-RU"/>
        </a:p>
      </dgm:t>
    </dgm:pt>
    <dgm:pt modelId="{FD8CB08A-5D8F-4793-A9EE-0CEE9184D9AE}" type="sibTrans" cxnId="{F8FC517A-4466-4C79-B35C-2A9594852868}">
      <dgm:prSet/>
      <dgm:spPr/>
      <dgm:t>
        <a:bodyPr/>
        <a:lstStyle/>
        <a:p>
          <a:endParaRPr lang="ru-RU"/>
        </a:p>
      </dgm:t>
    </dgm:pt>
    <dgm:pt modelId="{659946FE-B3F0-43F2-BAB7-03D6070F5A3C}">
      <dgm:prSet phldrT="[Текст]"/>
      <dgm:spPr/>
      <dgm:t>
        <a:bodyPr/>
        <a:lstStyle/>
        <a:p>
          <a:pPr>
            <a:buNone/>
          </a:pP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Продвинутый SQL/</a:t>
          </a:r>
          <a:r>
            <a:rPr lang="ru-RU" dirty="0" err="1">
              <a:latin typeface="Times New Roman" panose="02020603050405020304" pitchFamily="18" charset="0"/>
              <a:cs typeface="Times New Roman" panose="02020603050405020304" pitchFamily="18" charset="0"/>
            </a:rPr>
            <a:t>NoSQL</a:t>
          </a: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 (BD-5.1 С)</a:t>
          </a:r>
        </a:p>
      </dgm:t>
    </dgm:pt>
    <dgm:pt modelId="{6BE6F052-8F3E-4FE2-8184-08AE4246E214}" type="parTrans" cxnId="{E2EB81E8-C849-4E42-BB73-2AA5CF9CCC0D}">
      <dgm:prSet/>
      <dgm:spPr/>
      <dgm:t>
        <a:bodyPr/>
        <a:lstStyle/>
        <a:p>
          <a:endParaRPr lang="ru-RU"/>
        </a:p>
      </dgm:t>
    </dgm:pt>
    <dgm:pt modelId="{372A5227-CA48-4C82-AB01-33F7FDCFDDDE}" type="sibTrans" cxnId="{E2EB81E8-C849-4E42-BB73-2AA5CF9CCC0D}">
      <dgm:prSet/>
      <dgm:spPr/>
      <dgm:t>
        <a:bodyPr/>
        <a:lstStyle/>
        <a:p>
          <a:endParaRPr lang="ru-RU"/>
        </a:p>
      </dgm:t>
    </dgm:pt>
    <dgm:pt modelId="{819187EC-3282-4013-813C-4DE4466562B6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5467AAD0-CE30-4590-B44A-0A66C46B0F55}" type="parTrans" cxnId="{5AA54BA2-C3F3-4CE7-8A3F-EC29A4DA05E1}">
      <dgm:prSet/>
      <dgm:spPr/>
      <dgm:t>
        <a:bodyPr/>
        <a:lstStyle/>
        <a:p>
          <a:endParaRPr lang="ru-RU"/>
        </a:p>
      </dgm:t>
    </dgm:pt>
    <dgm:pt modelId="{39373A98-6BA4-4790-AB31-38B1FBF9079F}" type="sibTrans" cxnId="{5AA54BA2-C3F3-4CE7-8A3F-EC29A4DA05E1}">
      <dgm:prSet/>
      <dgm:spPr/>
      <dgm:t>
        <a:bodyPr/>
        <a:lstStyle/>
        <a:p>
          <a:endParaRPr lang="ru-RU"/>
        </a:p>
      </dgm:t>
    </dgm:pt>
    <dgm:pt modelId="{744597DD-2CCC-46F6-8B94-8B52EF086C5E}">
      <dgm:prSet phldrT="[Текст]"/>
      <dgm:spPr/>
      <dgm:t>
        <a:bodyPr/>
        <a:lstStyle/>
        <a:p>
          <a:pPr>
            <a:buNone/>
          </a:pP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Распределенные системы (BD-4.1, 4.3 П, BD-3.1 С)</a:t>
          </a:r>
        </a:p>
      </dgm:t>
    </dgm:pt>
    <dgm:pt modelId="{08199EA5-E95B-48F7-A64A-8A2DA4E0DD69}" type="parTrans" cxnId="{7835118D-083A-4613-B1A9-186582507775}">
      <dgm:prSet/>
      <dgm:spPr/>
      <dgm:t>
        <a:bodyPr/>
        <a:lstStyle/>
        <a:p>
          <a:endParaRPr lang="ru-RU"/>
        </a:p>
      </dgm:t>
    </dgm:pt>
    <dgm:pt modelId="{6CD51335-A9EC-4C1F-BDA1-C46C804EA9E4}" type="sibTrans" cxnId="{7835118D-083A-4613-B1A9-186582507775}">
      <dgm:prSet/>
      <dgm:spPr/>
      <dgm:t>
        <a:bodyPr/>
        <a:lstStyle/>
        <a:p>
          <a:endParaRPr lang="ru-RU"/>
        </a:p>
      </dgm:t>
    </dgm:pt>
    <dgm:pt modelId="{2EB97C7D-30B7-4CF0-AF23-C927EDB9626B}">
      <dgm:prSet phldrT="[Текст]"/>
      <dgm:spPr/>
      <dgm:t>
        <a:bodyPr/>
        <a:lstStyle/>
        <a:p>
          <a:r>
            <a:rPr lang="ru-RU" dirty="0"/>
            <a:t> </a:t>
          </a:r>
        </a:p>
      </dgm:t>
    </dgm:pt>
    <dgm:pt modelId="{E555500D-ADA2-4BBD-ABCB-041E442B2205}" type="parTrans" cxnId="{6C011171-CE71-40A0-99D5-8A8FBBFC1A9E}">
      <dgm:prSet/>
      <dgm:spPr/>
      <dgm:t>
        <a:bodyPr/>
        <a:lstStyle/>
        <a:p>
          <a:endParaRPr lang="ru-RU"/>
        </a:p>
      </dgm:t>
    </dgm:pt>
    <dgm:pt modelId="{0953FEA8-35CC-44AD-9D0C-2C43A587DB20}" type="sibTrans" cxnId="{6C011171-CE71-40A0-99D5-8A8FBBFC1A9E}">
      <dgm:prSet/>
      <dgm:spPr/>
      <dgm:t>
        <a:bodyPr/>
        <a:lstStyle/>
        <a:p>
          <a:endParaRPr lang="ru-RU"/>
        </a:p>
      </dgm:t>
    </dgm:pt>
    <dgm:pt modelId="{5E5344CD-DBBF-4CD0-B6C3-765A8430A854}">
      <dgm:prSet phldrT="[Текст]"/>
      <dgm:spPr/>
      <dgm:t>
        <a:bodyPr/>
        <a:lstStyle/>
        <a:p>
          <a:pPr>
            <a:buNone/>
          </a:pP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Методы машинного обучения (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BD-1.2,1.3,2.1,</a:t>
          </a: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ML-</a:t>
          </a: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2, 3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П)</a:t>
          </a:r>
        </a:p>
      </dgm:t>
    </dgm:pt>
    <dgm:pt modelId="{12F892E0-B598-4F87-B82F-F8FDD41774F2}" type="parTrans" cxnId="{DE02A963-3375-413A-8522-21500563728B}">
      <dgm:prSet/>
      <dgm:spPr/>
      <dgm:t>
        <a:bodyPr/>
        <a:lstStyle/>
        <a:p>
          <a:endParaRPr lang="ru-RU"/>
        </a:p>
      </dgm:t>
    </dgm:pt>
    <dgm:pt modelId="{E57E0BB5-D3BA-4ABB-B193-35CF6AA38136}" type="sibTrans" cxnId="{DE02A963-3375-413A-8522-21500563728B}">
      <dgm:prSet/>
      <dgm:spPr/>
      <dgm:t>
        <a:bodyPr/>
        <a:lstStyle/>
        <a:p>
          <a:endParaRPr lang="ru-RU"/>
        </a:p>
      </dgm:t>
    </dgm:pt>
    <dgm:pt modelId="{0D988A6F-0B93-41C2-94A2-875C5D86CCAB}" type="pres">
      <dgm:prSet presAssocID="{93B39EAB-0A7D-4BB7-BE03-14DF8CB2CFF0}" presName="linearFlow" presStyleCnt="0">
        <dgm:presLayoutVars>
          <dgm:dir/>
          <dgm:animLvl val="lvl"/>
          <dgm:resizeHandles val="exact"/>
        </dgm:presLayoutVars>
      </dgm:prSet>
      <dgm:spPr/>
    </dgm:pt>
    <dgm:pt modelId="{6BB5EBFF-7009-4237-A1B0-F16C11E1DC44}" type="pres">
      <dgm:prSet presAssocID="{D96B9C7E-866C-4657-988F-12A614CCFD51}" presName="composite" presStyleCnt="0"/>
      <dgm:spPr/>
    </dgm:pt>
    <dgm:pt modelId="{ABE0FFEF-5BB8-4AD4-B860-501F717C8D8C}" type="pres">
      <dgm:prSet presAssocID="{D96B9C7E-866C-4657-988F-12A614CCFD51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03AC1A3F-ACB9-484F-83D9-3A888DEF7C08}" type="pres">
      <dgm:prSet presAssocID="{D96B9C7E-866C-4657-988F-12A614CCFD51}" presName="descendantText" presStyleLbl="alignAcc1" presStyleIdx="0" presStyleCnt="5">
        <dgm:presLayoutVars>
          <dgm:bulletEnabled val="1"/>
        </dgm:presLayoutVars>
      </dgm:prSet>
      <dgm:spPr/>
    </dgm:pt>
    <dgm:pt modelId="{FBA61887-AC08-4C49-9B40-8223F78DB587}" type="pres">
      <dgm:prSet presAssocID="{9264E4CB-DF93-4E55-BE0F-762F61C5F4A5}" presName="sp" presStyleCnt="0"/>
      <dgm:spPr/>
    </dgm:pt>
    <dgm:pt modelId="{C36565F9-3A90-46E6-92E5-13DC4464ECB3}" type="pres">
      <dgm:prSet presAssocID="{9CC03439-08D6-4719-96AF-804ADB240933}" presName="composite" presStyleCnt="0"/>
      <dgm:spPr/>
    </dgm:pt>
    <dgm:pt modelId="{64776DA8-E0BB-43F5-B1C1-9EE252C17AAD}" type="pres">
      <dgm:prSet presAssocID="{9CC03439-08D6-4719-96AF-804ADB240933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0C6D627C-70DF-49B8-9947-D91EA3204664}" type="pres">
      <dgm:prSet presAssocID="{9CC03439-08D6-4719-96AF-804ADB240933}" presName="descendantText" presStyleLbl="alignAcc1" presStyleIdx="1" presStyleCnt="5">
        <dgm:presLayoutVars>
          <dgm:bulletEnabled val="1"/>
        </dgm:presLayoutVars>
      </dgm:prSet>
      <dgm:spPr/>
    </dgm:pt>
    <dgm:pt modelId="{692FFDD7-20BB-44A2-8F46-40A5AE157CCB}" type="pres">
      <dgm:prSet presAssocID="{E85785AC-F1AA-4BA6-B6AC-118CE3ED78D5}" presName="sp" presStyleCnt="0"/>
      <dgm:spPr/>
    </dgm:pt>
    <dgm:pt modelId="{D0045016-F985-4762-B289-392224B3710A}" type="pres">
      <dgm:prSet presAssocID="{9E7D87AF-A6AF-4A33-A309-F337A7D1FA8E}" presName="composite" presStyleCnt="0"/>
      <dgm:spPr/>
    </dgm:pt>
    <dgm:pt modelId="{B2910572-90C9-4876-9EEB-F590FF068E11}" type="pres">
      <dgm:prSet presAssocID="{9E7D87AF-A6AF-4A33-A309-F337A7D1FA8E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5ABA9D8-F4C5-4E9A-8F4F-07A0A47A1F0D}" type="pres">
      <dgm:prSet presAssocID="{9E7D87AF-A6AF-4A33-A309-F337A7D1FA8E}" presName="descendantText" presStyleLbl="alignAcc1" presStyleIdx="2" presStyleCnt="5">
        <dgm:presLayoutVars>
          <dgm:bulletEnabled val="1"/>
        </dgm:presLayoutVars>
      </dgm:prSet>
      <dgm:spPr/>
    </dgm:pt>
    <dgm:pt modelId="{F2AD23C0-CB5B-41A8-A1DA-D36C2B709A5A}" type="pres">
      <dgm:prSet presAssocID="{FD8CB08A-5D8F-4793-A9EE-0CEE9184D9AE}" presName="sp" presStyleCnt="0"/>
      <dgm:spPr/>
    </dgm:pt>
    <dgm:pt modelId="{24E121C1-FED7-4019-AB26-5440AC819F1E}" type="pres">
      <dgm:prSet presAssocID="{819187EC-3282-4013-813C-4DE4466562B6}" presName="composite" presStyleCnt="0"/>
      <dgm:spPr/>
    </dgm:pt>
    <dgm:pt modelId="{5C7F8A1E-FE1A-443D-BDD1-123FA9B4DF3B}" type="pres">
      <dgm:prSet presAssocID="{819187EC-3282-4013-813C-4DE4466562B6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FFA9E6F2-AF69-4D2C-AB45-44B3B888A246}" type="pres">
      <dgm:prSet presAssocID="{819187EC-3282-4013-813C-4DE4466562B6}" presName="descendantText" presStyleLbl="alignAcc1" presStyleIdx="3" presStyleCnt="5">
        <dgm:presLayoutVars>
          <dgm:bulletEnabled val="1"/>
        </dgm:presLayoutVars>
      </dgm:prSet>
      <dgm:spPr/>
    </dgm:pt>
    <dgm:pt modelId="{74CDB793-88B1-4501-A5FE-3EB7DD298AF1}" type="pres">
      <dgm:prSet presAssocID="{39373A98-6BA4-4790-AB31-38B1FBF9079F}" presName="sp" presStyleCnt="0"/>
      <dgm:spPr/>
    </dgm:pt>
    <dgm:pt modelId="{23D1D0D2-3DC6-43E3-ABD4-2CAAA8358A80}" type="pres">
      <dgm:prSet presAssocID="{2EB97C7D-30B7-4CF0-AF23-C927EDB9626B}" presName="composite" presStyleCnt="0"/>
      <dgm:spPr/>
    </dgm:pt>
    <dgm:pt modelId="{54ED1864-78FC-4202-B6CD-F1896912EA61}" type="pres">
      <dgm:prSet presAssocID="{2EB97C7D-30B7-4CF0-AF23-C927EDB9626B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CBBB24DD-2E51-49AA-91CD-3BE896771A7C}" type="pres">
      <dgm:prSet presAssocID="{2EB97C7D-30B7-4CF0-AF23-C927EDB9626B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00914601-EA43-42B0-B367-FD74CEBB05BA}" type="presOf" srcId="{819187EC-3282-4013-813C-4DE4466562B6}" destId="{5C7F8A1E-FE1A-443D-BDD1-123FA9B4DF3B}" srcOrd="0" destOrd="0" presId="urn:microsoft.com/office/officeart/2005/8/layout/chevron2"/>
    <dgm:cxn modelId="{AD9C3115-7F1D-4323-907A-B7A8E7923F31}" type="presOf" srcId="{744597DD-2CCC-46F6-8B94-8B52EF086C5E}" destId="{FFA9E6F2-AF69-4D2C-AB45-44B3B888A246}" srcOrd="0" destOrd="0" presId="urn:microsoft.com/office/officeart/2005/8/layout/chevron2"/>
    <dgm:cxn modelId="{20DC971C-91BD-4C87-A39F-EF55C515E0A2}" type="presOf" srcId="{9CC03439-08D6-4719-96AF-804ADB240933}" destId="{64776DA8-E0BB-43F5-B1C1-9EE252C17AAD}" srcOrd="0" destOrd="0" presId="urn:microsoft.com/office/officeart/2005/8/layout/chevron2"/>
    <dgm:cxn modelId="{1BED3C22-58C2-4388-9697-6FEE2F559077}" srcId="{93B39EAB-0A7D-4BB7-BE03-14DF8CB2CFF0}" destId="{9CC03439-08D6-4719-96AF-804ADB240933}" srcOrd="1" destOrd="0" parTransId="{CEC9A2FB-6955-494E-AF12-171B516AEED5}" sibTransId="{E85785AC-F1AA-4BA6-B6AC-118CE3ED78D5}"/>
    <dgm:cxn modelId="{DE02A963-3375-413A-8522-21500563728B}" srcId="{2EB97C7D-30B7-4CF0-AF23-C927EDB9626B}" destId="{5E5344CD-DBBF-4CD0-B6C3-765A8430A854}" srcOrd="0" destOrd="0" parTransId="{12F892E0-B598-4F87-B82F-F8FDD41774F2}" sibTransId="{E57E0BB5-D3BA-4ABB-B193-35CF6AA38136}"/>
    <dgm:cxn modelId="{C5216A48-CEC6-4DFB-B121-2E0E989FDB79}" type="presOf" srcId="{2EB97C7D-30B7-4CF0-AF23-C927EDB9626B}" destId="{54ED1864-78FC-4202-B6CD-F1896912EA61}" srcOrd="0" destOrd="0" presId="urn:microsoft.com/office/officeart/2005/8/layout/chevron2"/>
    <dgm:cxn modelId="{6C011171-CE71-40A0-99D5-8A8FBBFC1A9E}" srcId="{93B39EAB-0A7D-4BB7-BE03-14DF8CB2CFF0}" destId="{2EB97C7D-30B7-4CF0-AF23-C927EDB9626B}" srcOrd="4" destOrd="0" parTransId="{E555500D-ADA2-4BBD-ABCB-041E442B2205}" sibTransId="{0953FEA8-35CC-44AD-9D0C-2C43A587DB20}"/>
    <dgm:cxn modelId="{F8FC517A-4466-4C79-B35C-2A9594852868}" srcId="{93B39EAB-0A7D-4BB7-BE03-14DF8CB2CFF0}" destId="{9E7D87AF-A6AF-4A33-A309-F337A7D1FA8E}" srcOrd="2" destOrd="0" parTransId="{4BE13AF4-6948-4559-8F47-F65288F4C915}" sibTransId="{FD8CB08A-5D8F-4793-A9EE-0CEE9184D9AE}"/>
    <dgm:cxn modelId="{475C428A-B15A-4EC2-BA87-1715D92365BA}" type="presOf" srcId="{9E7D87AF-A6AF-4A33-A309-F337A7D1FA8E}" destId="{B2910572-90C9-4876-9EEB-F590FF068E11}" srcOrd="0" destOrd="0" presId="urn:microsoft.com/office/officeart/2005/8/layout/chevron2"/>
    <dgm:cxn modelId="{7835118D-083A-4613-B1A9-186582507775}" srcId="{819187EC-3282-4013-813C-4DE4466562B6}" destId="{744597DD-2CCC-46F6-8B94-8B52EF086C5E}" srcOrd="0" destOrd="0" parTransId="{08199EA5-E95B-48F7-A64A-8A2DA4E0DD69}" sibTransId="{6CD51335-A9EC-4C1F-BDA1-C46C804EA9E4}"/>
    <dgm:cxn modelId="{8590A18D-C2E5-494A-8849-F76386E95257}" type="presOf" srcId="{CD6712BE-377C-48F0-A0D5-CD269A331D32}" destId="{0C6D627C-70DF-49B8-9947-D91EA3204664}" srcOrd="0" destOrd="0" presId="urn:microsoft.com/office/officeart/2005/8/layout/chevron2"/>
    <dgm:cxn modelId="{6B04D58F-197F-4ADE-B817-F400F2DBF939}" type="presOf" srcId="{D96B9C7E-866C-4657-988F-12A614CCFD51}" destId="{ABE0FFEF-5BB8-4AD4-B860-501F717C8D8C}" srcOrd="0" destOrd="0" presId="urn:microsoft.com/office/officeart/2005/8/layout/chevron2"/>
    <dgm:cxn modelId="{029F9A91-1ADF-4083-8669-08C82FFF8692}" srcId="{D96B9C7E-866C-4657-988F-12A614CCFD51}" destId="{B96BB28E-7F0F-4248-A8C1-0E6338D0FE14}" srcOrd="0" destOrd="0" parTransId="{E026F399-7927-4AC5-8625-AECD1BBF1904}" sibTransId="{A9D9BF25-335F-4CD1-92BE-48873720FDF2}"/>
    <dgm:cxn modelId="{5AA54BA2-C3F3-4CE7-8A3F-EC29A4DA05E1}" srcId="{93B39EAB-0A7D-4BB7-BE03-14DF8CB2CFF0}" destId="{819187EC-3282-4013-813C-4DE4466562B6}" srcOrd="3" destOrd="0" parTransId="{5467AAD0-CE30-4590-B44A-0A66C46B0F55}" sibTransId="{39373A98-6BA4-4790-AB31-38B1FBF9079F}"/>
    <dgm:cxn modelId="{756D5CB3-AD20-453C-B0E7-06993BA7F73D}" srcId="{93B39EAB-0A7D-4BB7-BE03-14DF8CB2CFF0}" destId="{D96B9C7E-866C-4657-988F-12A614CCFD51}" srcOrd="0" destOrd="0" parTransId="{BBD9DEA4-93E7-40CB-9D75-EF363E6B13DA}" sibTransId="{9264E4CB-DF93-4E55-BE0F-762F61C5F4A5}"/>
    <dgm:cxn modelId="{45906FBF-37D3-4331-8508-012C5C4BFB8C}" srcId="{9CC03439-08D6-4719-96AF-804ADB240933}" destId="{CD6712BE-377C-48F0-A0D5-CD269A331D32}" srcOrd="0" destOrd="0" parTransId="{09F5A3EC-70DA-4835-9AB1-5E8EE85BC93F}" sibTransId="{9BFCA116-C4D0-469A-AE84-CBA39800D73B}"/>
    <dgm:cxn modelId="{D1CB0FC2-A0FF-498E-81B8-B78C2A363FBD}" type="presOf" srcId="{93B39EAB-0A7D-4BB7-BE03-14DF8CB2CFF0}" destId="{0D988A6F-0B93-41C2-94A2-875C5D86CCAB}" srcOrd="0" destOrd="0" presId="urn:microsoft.com/office/officeart/2005/8/layout/chevron2"/>
    <dgm:cxn modelId="{9CE6AAE1-58EC-43C5-8894-2776AC567C23}" type="presOf" srcId="{659946FE-B3F0-43F2-BAB7-03D6070F5A3C}" destId="{D5ABA9D8-F4C5-4E9A-8F4F-07A0A47A1F0D}" srcOrd="0" destOrd="0" presId="urn:microsoft.com/office/officeart/2005/8/layout/chevron2"/>
    <dgm:cxn modelId="{E2EB81E8-C849-4E42-BB73-2AA5CF9CCC0D}" srcId="{9E7D87AF-A6AF-4A33-A309-F337A7D1FA8E}" destId="{659946FE-B3F0-43F2-BAB7-03D6070F5A3C}" srcOrd="0" destOrd="0" parTransId="{6BE6F052-8F3E-4FE2-8184-08AE4246E214}" sibTransId="{372A5227-CA48-4C82-AB01-33F7FDCFDDDE}"/>
    <dgm:cxn modelId="{FE94A4EB-7F0A-4A39-ABE3-A6CAC6EF69B5}" type="presOf" srcId="{5E5344CD-DBBF-4CD0-B6C3-765A8430A854}" destId="{CBBB24DD-2E51-49AA-91CD-3BE896771A7C}" srcOrd="0" destOrd="0" presId="urn:microsoft.com/office/officeart/2005/8/layout/chevron2"/>
    <dgm:cxn modelId="{90DB10FE-610A-4D27-8A6D-270BC9D32F72}" type="presOf" srcId="{B96BB28E-7F0F-4248-A8C1-0E6338D0FE14}" destId="{03AC1A3F-ACB9-484F-83D9-3A888DEF7C08}" srcOrd="0" destOrd="0" presId="urn:microsoft.com/office/officeart/2005/8/layout/chevron2"/>
    <dgm:cxn modelId="{BAC1373F-5F94-48F3-8675-2FB2B91179F2}" type="presParOf" srcId="{0D988A6F-0B93-41C2-94A2-875C5D86CCAB}" destId="{6BB5EBFF-7009-4237-A1B0-F16C11E1DC44}" srcOrd="0" destOrd="0" presId="urn:microsoft.com/office/officeart/2005/8/layout/chevron2"/>
    <dgm:cxn modelId="{460BBF42-6948-4F68-A62F-4E16CB42830A}" type="presParOf" srcId="{6BB5EBFF-7009-4237-A1B0-F16C11E1DC44}" destId="{ABE0FFEF-5BB8-4AD4-B860-501F717C8D8C}" srcOrd="0" destOrd="0" presId="urn:microsoft.com/office/officeart/2005/8/layout/chevron2"/>
    <dgm:cxn modelId="{F9111FC8-7C48-4FBB-9421-862CF5A69703}" type="presParOf" srcId="{6BB5EBFF-7009-4237-A1B0-F16C11E1DC44}" destId="{03AC1A3F-ACB9-484F-83D9-3A888DEF7C08}" srcOrd="1" destOrd="0" presId="urn:microsoft.com/office/officeart/2005/8/layout/chevron2"/>
    <dgm:cxn modelId="{D9063AB6-30A4-40B2-824B-BF068D3CD07C}" type="presParOf" srcId="{0D988A6F-0B93-41C2-94A2-875C5D86CCAB}" destId="{FBA61887-AC08-4C49-9B40-8223F78DB587}" srcOrd="1" destOrd="0" presId="urn:microsoft.com/office/officeart/2005/8/layout/chevron2"/>
    <dgm:cxn modelId="{127FF5D3-42AD-426E-AD87-E10C6B4F4E6C}" type="presParOf" srcId="{0D988A6F-0B93-41C2-94A2-875C5D86CCAB}" destId="{C36565F9-3A90-46E6-92E5-13DC4464ECB3}" srcOrd="2" destOrd="0" presId="urn:microsoft.com/office/officeart/2005/8/layout/chevron2"/>
    <dgm:cxn modelId="{4E400F7B-35D4-4F98-A525-7EE300C2DB6C}" type="presParOf" srcId="{C36565F9-3A90-46E6-92E5-13DC4464ECB3}" destId="{64776DA8-E0BB-43F5-B1C1-9EE252C17AAD}" srcOrd="0" destOrd="0" presId="urn:microsoft.com/office/officeart/2005/8/layout/chevron2"/>
    <dgm:cxn modelId="{F95E7730-5514-43CC-B630-546579D84916}" type="presParOf" srcId="{C36565F9-3A90-46E6-92E5-13DC4464ECB3}" destId="{0C6D627C-70DF-49B8-9947-D91EA3204664}" srcOrd="1" destOrd="0" presId="urn:microsoft.com/office/officeart/2005/8/layout/chevron2"/>
    <dgm:cxn modelId="{7D37BFB9-F6D6-44B0-B092-D4210C8FF730}" type="presParOf" srcId="{0D988A6F-0B93-41C2-94A2-875C5D86CCAB}" destId="{692FFDD7-20BB-44A2-8F46-40A5AE157CCB}" srcOrd="3" destOrd="0" presId="urn:microsoft.com/office/officeart/2005/8/layout/chevron2"/>
    <dgm:cxn modelId="{6294C70D-380F-4385-9383-B66347FF2993}" type="presParOf" srcId="{0D988A6F-0B93-41C2-94A2-875C5D86CCAB}" destId="{D0045016-F985-4762-B289-392224B3710A}" srcOrd="4" destOrd="0" presId="urn:microsoft.com/office/officeart/2005/8/layout/chevron2"/>
    <dgm:cxn modelId="{2E1462D4-C588-475C-9575-A9B5D456A9A7}" type="presParOf" srcId="{D0045016-F985-4762-B289-392224B3710A}" destId="{B2910572-90C9-4876-9EEB-F590FF068E11}" srcOrd="0" destOrd="0" presId="urn:microsoft.com/office/officeart/2005/8/layout/chevron2"/>
    <dgm:cxn modelId="{99441BC3-95F5-44BC-89B7-B966CE602C65}" type="presParOf" srcId="{D0045016-F985-4762-B289-392224B3710A}" destId="{D5ABA9D8-F4C5-4E9A-8F4F-07A0A47A1F0D}" srcOrd="1" destOrd="0" presId="urn:microsoft.com/office/officeart/2005/8/layout/chevron2"/>
    <dgm:cxn modelId="{6CB9701B-40D0-4350-8FDE-89A9176C2ABE}" type="presParOf" srcId="{0D988A6F-0B93-41C2-94A2-875C5D86CCAB}" destId="{F2AD23C0-CB5B-41A8-A1DA-D36C2B709A5A}" srcOrd="5" destOrd="0" presId="urn:microsoft.com/office/officeart/2005/8/layout/chevron2"/>
    <dgm:cxn modelId="{24E0E7C2-ADF7-4AC2-8CBC-59E489247B34}" type="presParOf" srcId="{0D988A6F-0B93-41C2-94A2-875C5D86CCAB}" destId="{24E121C1-FED7-4019-AB26-5440AC819F1E}" srcOrd="6" destOrd="0" presId="urn:microsoft.com/office/officeart/2005/8/layout/chevron2"/>
    <dgm:cxn modelId="{180834FD-7DA9-4A62-94C6-4F9151903726}" type="presParOf" srcId="{24E121C1-FED7-4019-AB26-5440AC819F1E}" destId="{5C7F8A1E-FE1A-443D-BDD1-123FA9B4DF3B}" srcOrd="0" destOrd="0" presId="urn:microsoft.com/office/officeart/2005/8/layout/chevron2"/>
    <dgm:cxn modelId="{61E125A7-9F9E-4BD2-8E20-F01E93C38CAD}" type="presParOf" srcId="{24E121C1-FED7-4019-AB26-5440AC819F1E}" destId="{FFA9E6F2-AF69-4D2C-AB45-44B3B888A246}" srcOrd="1" destOrd="0" presId="urn:microsoft.com/office/officeart/2005/8/layout/chevron2"/>
    <dgm:cxn modelId="{F9EF6664-A4EB-4A5C-BF71-6FDB9CE883E3}" type="presParOf" srcId="{0D988A6F-0B93-41C2-94A2-875C5D86CCAB}" destId="{74CDB793-88B1-4501-A5FE-3EB7DD298AF1}" srcOrd="7" destOrd="0" presId="urn:microsoft.com/office/officeart/2005/8/layout/chevron2"/>
    <dgm:cxn modelId="{935343BB-81B2-4C94-852A-EC80E085ED10}" type="presParOf" srcId="{0D988A6F-0B93-41C2-94A2-875C5D86CCAB}" destId="{23D1D0D2-3DC6-43E3-ABD4-2CAAA8358A80}" srcOrd="8" destOrd="0" presId="urn:microsoft.com/office/officeart/2005/8/layout/chevron2"/>
    <dgm:cxn modelId="{FE69F850-42FA-4263-8F58-62CC59AA0917}" type="presParOf" srcId="{23D1D0D2-3DC6-43E3-ABD4-2CAAA8358A80}" destId="{54ED1864-78FC-4202-B6CD-F1896912EA61}" srcOrd="0" destOrd="0" presId="urn:microsoft.com/office/officeart/2005/8/layout/chevron2"/>
    <dgm:cxn modelId="{DC80D988-3A95-4DBE-8881-893861235189}" type="presParOf" srcId="{23D1D0D2-3DC6-43E3-ABD4-2CAAA8358A80}" destId="{CBBB24DD-2E51-49AA-91CD-3BE896771A7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A4EC71-DBE3-4431-9702-D7FB6A51CA46}">
      <dsp:nvSpPr>
        <dsp:cNvPr id="0" name=""/>
        <dsp:cNvSpPr/>
      </dsp:nvSpPr>
      <dsp:spPr>
        <a:xfrm rot="5400000">
          <a:off x="-147080" y="149926"/>
          <a:ext cx="980534" cy="68637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1.</a:t>
          </a:r>
        </a:p>
      </dsp:txBody>
      <dsp:txXfrm rot="-5400000">
        <a:off x="1" y="346033"/>
        <a:ext cx="686373" cy="294161"/>
      </dsp:txXfrm>
    </dsp:sp>
    <dsp:sp modelId="{2E80589B-8714-4487-8BA7-0B97023757E3}">
      <dsp:nvSpPr>
        <dsp:cNvPr id="0" name=""/>
        <dsp:cNvSpPr/>
      </dsp:nvSpPr>
      <dsp:spPr>
        <a:xfrm rot="5400000">
          <a:off x="4873575" y="-4184355"/>
          <a:ext cx="637347" cy="901175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900" kern="1200" dirty="0"/>
            <a:t>Анализировать требования к хранению и обработке больших данных с учетом</a:t>
          </a:r>
          <a:r>
            <a:rPr lang="en-US" sz="1900" kern="1200" dirty="0"/>
            <a:t> </a:t>
          </a:r>
          <a:r>
            <a:rPr lang="ru-RU" sz="1900" kern="1200" dirty="0"/>
            <a:t>особенностей предметной области.</a:t>
          </a:r>
        </a:p>
      </dsp:txBody>
      <dsp:txXfrm rot="-5400000">
        <a:off x="686374" y="33959"/>
        <a:ext cx="8980638" cy="575121"/>
      </dsp:txXfrm>
    </dsp:sp>
    <dsp:sp modelId="{532B79AB-B670-4464-8437-5B0A8353FE3B}">
      <dsp:nvSpPr>
        <dsp:cNvPr id="0" name=""/>
        <dsp:cNvSpPr/>
      </dsp:nvSpPr>
      <dsp:spPr>
        <a:xfrm rot="5400000">
          <a:off x="-147080" y="979277"/>
          <a:ext cx="980534" cy="68637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2.</a:t>
          </a:r>
        </a:p>
      </dsp:txBody>
      <dsp:txXfrm rot="-5400000">
        <a:off x="1" y="1175384"/>
        <a:ext cx="686373" cy="294161"/>
      </dsp:txXfrm>
    </dsp:sp>
    <dsp:sp modelId="{6FA6451D-5C27-4E90-93F5-F48B5D8BFF99}">
      <dsp:nvSpPr>
        <dsp:cNvPr id="0" name=""/>
        <dsp:cNvSpPr/>
      </dsp:nvSpPr>
      <dsp:spPr>
        <a:xfrm rot="5400000">
          <a:off x="4873575" y="-3355004"/>
          <a:ext cx="637347" cy="901175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900" kern="1200" dirty="0"/>
            <a:t>Сравнивать модели и технологии хранения данных и обоснованно выбирать подходящее решение для конкретной задачи.</a:t>
          </a:r>
        </a:p>
      </dsp:txBody>
      <dsp:txXfrm rot="-5400000">
        <a:off x="686374" y="863310"/>
        <a:ext cx="8980638" cy="575121"/>
      </dsp:txXfrm>
    </dsp:sp>
    <dsp:sp modelId="{B9E2EAF0-1810-42A1-B0E6-EDDA2F65205D}">
      <dsp:nvSpPr>
        <dsp:cNvPr id="0" name=""/>
        <dsp:cNvSpPr/>
      </dsp:nvSpPr>
      <dsp:spPr>
        <a:xfrm rot="5400000">
          <a:off x="-147080" y="1808628"/>
          <a:ext cx="980534" cy="68637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3.</a:t>
          </a:r>
        </a:p>
      </dsp:txBody>
      <dsp:txXfrm rot="-5400000">
        <a:off x="1" y="2004735"/>
        <a:ext cx="686373" cy="294161"/>
      </dsp:txXfrm>
    </dsp:sp>
    <dsp:sp modelId="{A0727357-922E-4B75-9740-0DAE2C9954C6}">
      <dsp:nvSpPr>
        <dsp:cNvPr id="0" name=""/>
        <dsp:cNvSpPr/>
      </dsp:nvSpPr>
      <dsp:spPr>
        <a:xfrm rot="5400000">
          <a:off x="4873575" y="-2525653"/>
          <a:ext cx="637347" cy="901175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900" kern="1200" dirty="0"/>
            <a:t>Проектировать архитектуру хранилища данных и многомерные модели представления информации.</a:t>
          </a:r>
        </a:p>
      </dsp:txBody>
      <dsp:txXfrm rot="-5400000">
        <a:off x="686374" y="1692661"/>
        <a:ext cx="8980638" cy="575121"/>
      </dsp:txXfrm>
    </dsp:sp>
    <dsp:sp modelId="{F8DEA364-CDA1-4466-B09F-FA96F94D3BAE}">
      <dsp:nvSpPr>
        <dsp:cNvPr id="0" name=""/>
        <dsp:cNvSpPr/>
      </dsp:nvSpPr>
      <dsp:spPr>
        <a:xfrm rot="5400000">
          <a:off x="-147080" y="2637979"/>
          <a:ext cx="980534" cy="68637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4.</a:t>
          </a:r>
        </a:p>
      </dsp:txBody>
      <dsp:txXfrm rot="-5400000">
        <a:off x="1" y="2834086"/>
        <a:ext cx="686373" cy="294161"/>
      </dsp:txXfrm>
    </dsp:sp>
    <dsp:sp modelId="{0E25DDFE-91DD-4485-8CB3-BB29CEF9E642}">
      <dsp:nvSpPr>
        <dsp:cNvPr id="0" name=""/>
        <dsp:cNvSpPr/>
      </dsp:nvSpPr>
      <dsp:spPr>
        <a:xfrm rot="5400000">
          <a:off x="4873575" y="-1696302"/>
          <a:ext cx="637347" cy="901175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900" kern="1200" dirty="0"/>
            <a:t>Организовывать интеграцию данных из разнородных источников с использованием процессов ETL и ELT.</a:t>
          </a:r>
        </a:p>
      </dsp:txBody>
      <dsp:txXfrm rot="-5400000">
        <a:off x="686374" y="2522012"/>
        <a:ext cx="8980638" cy="5751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A4EC71-DBE3-4431-9702-D7FB6A51CA46}">
      <dsp:nvSpPr>
        <dsp:cNvPr id="0" name=""/>
        <dsp:cNvSpPr/>
      </dsp:nvSpPr>
      <dsp:spPr>
        <a:xfrm rot="5400000">
          <a:off x="-145685" y="145723"/>
          <a:ext cx="971237" cy="67986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5.</a:t>
          </a:r>
        </a:p>
      </dsp:txBody>
      <dsp:txXfrm rot="-5400000">
        <a:off x="1" y="339970"/>
        <a:ext cx="679866" cy="291371"/>
      </dsp:txXfrm>
    </dsp:sp>
    <dsp:sp modelId="{2E80589B-8714-4487-8BA7-0B97023757E3}">
      <dsp:nvSpPr>
        <dsp:cNvPr id="0" name=""/>
        <dsp:cNvSpPr/>
      </dsp:nvSpPr>
      <dsp:spPr>
        <a:xfrm rot="5400000">
          <a:off x="4873343" y="-1675860"/>
          <a:ext cx="631304" cy="90182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900" kern="1200" dirty="0"/>
            <a:t>Оценивать и обеспечивать качество, надежность, масштабируемость и отказоустойчивость решений.</a:t>
          </a:r>
        </a:p>
      </dsp:txBody>
      <dsp:txXfrm rot="-5400000">
        <a:off x="679866" y="2548435"/>
        <a:ext cx="8987440" cy="569668"/>
      </dsp:txXfrm>
    </dsp:sp>
    <dsp:sp modelId="{532B79AB-B670-4464-8437-5B0A8353FE3B}">
      <dsp:nvSpPr>
        <dsp:cNvPr id="0" name=""/>
        <dsp:cNvSpPr/>
      </dsp:nvSpPr>
      <dsp:spPr>
        <a:xfrm rot="5400000">
          <a:off x="-145685" y="998211"/>
          <a:ext cx="971237" cy="67986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6.</a:t>
          </a:r>
        </a:p>
      </dsp:txBody>
      <dsp:txXfrm rot="-5400000">
        <a:off x="1" y="1192458"/>
        <a:ext cx="679866" cy="291371"/>
      </dsp:txXfrm>
    </dsp:sp>
    <dsp:sp modelId="{6FA6451D-5C27-4E90-93F5-F48B5D8BFF99}">
      <dsp:nvSpPr>
        <dsp:cNvPr id="0" name=""/>
        <dsp:cNvSpPr/>
      </dsp:nvSpPr>
      <dsp:spPr>
        <a:xfrm rot="5400000">
          <a:off x="4873343" y="-3340951"/>
          <a:ext cx="631304" cy="90182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900" kern="1200" dirty="0"/>
            <a:t>Реализовывать пакетную и потоковую обработку данных с применением современных инструментов Big Data.</a:t>
          </a:r>
        </a:p>
      </dsp:txBody>
      <dsp:txXfrm rot="-5400000">
        <a:off x="679866" y="883344"/>
        <a:ext cx="8987440" cy="569668"/>
      </dsp:txXfrm>
    </dsp:sp>
    <dsp:sp modelId="{B9E2EAF0-1810-42A1-B0E6-EDDA2F65205D}">
      <dsp:nvSpPr>
        <dsp:cNvPr id="0" name=""/>
        <dsp:cNvSpPr/>
      </dsp:nvSpPr>
      <dsp:spPr>
        <a:xfrm rot="5400000">
          <a:off x="-145685" y="1850699"/>
          <a:ext cx="971237" cy="67986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7.</a:t>
          </a:r>
        </a:p>
      </dsp:txBody>
      <dsp:txXfrm rot="-5400000">
        <a:off x="1" y="2044946"/>
        <a:ext cx="679866" cy="291371"/>
      </dsp:txXfrm>
    </dsp:sp>
    <dsp:sp modelId="{A0727357-922E-4B75-9740-0DAE2C9954C6}">
      <dsp:nvSpPr>
        <dsp:cNvPr id="0" name=""/>
        <dsp:cNvSpPr/>
      </dsp:nvSpPr>
      <dsp:spPr>
        <a:xfrm rot="5400000">
          <a:off x="4873343" y="-2488462"/>
          <a:ext cx="631304" cy="90182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900" kern="1200" dirty="0"/>
            <a:t>Проектировать, </a:t>
          </a:r>
          <a:r>
            <a:rPr lang="ru-RU" sz="1900" kern="1200" dirty="0" err="1"/>
            <a:t>оркестрировать</a:t>
          </a:r>
          <a:r>
            <a:rPr lang="ru-RU" sz="1900" kern="1200" dirty="0"/>
            <a:t> и контролировать выполнение конвейеров обработки данных.</a:t>
          </a:r>
        </a:p>
      </dsp:txBody>
      <dsp:txXfrm rot="-5400000">
        <a:off x="679866" y="1735833"/>
        <a:ext cx="8987440" cy="569668"/>
      </dsp:txXfrm>
    </dsp:sp>
    <dsp:sp modelId="{F8DEA364-CDA1-4466-B09F-FA96F94D3BAE}">
      <dsp:nvSpPr>
        <dsp:cNvPr id="0" name=""/>
        <dsp:cNvSpPr/>
      </dsp:nvSpPr>
      <dsp:spPr>
        <a:xfrm rot="5400000">
          <a:off x="-145685" y="2703188"/>
          <a:ext cx="971237" cy="67986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8.</a:t>
          </a:r>
        </a:p>
      </dsp:txBody>
      <dsp:txXfrm rot="-5400000">
        <a:off x="1" y="2897435"/>
        <a:ext cx="679866" cy="291371"/>
      </dsp:txXfrm>
    </dsp:sp>
    <dsp:sp modelId="{0E25DDFE-91DD-4485-8CB3-BB29CEF9E642}">
      <dsp:nvSpPr>
        <dsp:cNvPr id="0" name=""/>
        <dsp:cNvSpPr/>
      </dsp:nvSpPr>
      <dsp:spPr>
        <a:xfrm rot="5400000">
          <a:off x="4873343" y="-782899"/>
          <a:ext cx="631304" cy="90182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900" kern="1200" dirty="0"/>
            <a:t>Разрабатывать и представлять прототип комплексной системы сбора, хранения и обработки данных для решения прикладной задачи.</a:t>
          </a:r>
        </a:p>
      </dsp:txBody>
      <dsp:txXfrm rot="-5400000">
        <a:off x="679866" y="3441396"/>
        <a:ext cx="8987440" cy="569668"/>
      </dsp:txXfrm>
    </dsp:sp>
    <dsp:sp modelId="{B213C1A4-5192-4B20-BC6B-3DE5307DD5F1}">
      <dsp:nvSpPr>
        <dsp:cNvPr id="0" name=""/>
        <dsp:cNvSpPr/>
      </dsp:nvSpPr>
      <dsp:spPr>
        <a:xfrm rot="5400000">
          <a:off x="-139825" y="3555676"/>
          <a:ext cx="971237" cy="67986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9.</a:t>
          </a:r>
        </a:p>
      </dsp:txBody>
      <dsp:txXfrm rot="-5400000">
        <a:off x="5861" y="3749923"/>
        <a:ext cx="679866" cy="291371"/>
      </dsp:txXfrm>
    </dsp:sp>
    <dsp:sp modelId="{30D59109-104A-44FB-AA9E-B0ECCF82711E}">
      <dsp:nvSpPr>
        <dsp:cNvPr id="0" name=""/>
        <dsp:cNvSpPr/>
      </dsp:nvSpPr>
      <dsp:spPr>
        <a:xfrm rot="5400000">
          <a:off x="4867932" y="-4193477"/>
          <a:ext cx="631304" cy="901825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900" kern="1200" dirty="0"/>
            <a:t>Развертывать и настраивать распределенные системы хранения и обработки данных.</a:t>
          </a:r>
        </a:p>
      </dsp:txBody>
      <dsp:txXfrm rot="-5400000">
        <a:off x="674455" y="30818"/>
        <a:ext cx="8987440" cy="5696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298BE6-4687-440F-B7F8-BAC11925C238}">
      <dsp:nvSpPr>
        <dsp:cNvPr id="0" name=""/>
        <dsp:cNvSpPr/>
      </dsp:nvSpPr>
      <dsp:spPr>
        <a:xfrm rot="5400000">
          <a:off x="-134392" y="135367"/>
          <a:ext cx="895948" cy="62716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 </a:t>
          </a:r>
        </a:p>
      </dsp:txBody>
      <dsp:txXfrm rot="-5400000">
        <a:off x="1" y="314557"/>
        <a:ext cx="627163" cy="268785"/>
      </dsp:txXfrm>
    </dsp:sp>
    <dsp:sp modelId="{CF5B8591-966C-40AB-BCFF-E48E18D99504}">
      <dsp:nvSpPr>
        <dsp:cNvPr id="0" name=""/>
        <dsp:cNvSpPr/>
      </dsp:nvSpPr>
      <dsp:spPr>
        <a:xfrm rot="5400000">
          <a:off x="2290499" y="-1662360"/>
          <a:ext cx="582366" cy="39090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Базы данных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(BD-2.3, BD-3.1 Б, BD-5.1 Б)</a:t>
          </a:r>
        </a:p>
      </dsp:txBody>
      <dsp:txXfrm rot="-5400000">
        <a:off x="627164" y="29404"/>
        <a:ext cx="3880609" cy="525508"/>
      </dsp:txXfrm>
    </dsp:sp>
    <dsp:sp modelId="{57CF5B79-C04C-4ACC-B36A-9D30A04C178E}">
      <dsp:nvSpPr>
        <dsp:cNvPr id="0" name=""/>
        <dsp:cNvSpPr/>
      </dsp:nvSpPr>
      <dsp:spPr>
        <a:xfrm rot="5400000">
          <a:off x="-134392" y="933099"/>
          <a:ext cx="895948" cy="62716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 </a:t>
          </a:r>
        </a:p>
      </dsp:txBody>
      <dsp:txXfrm rot="-5400000">
        <a:off x="1" y="1112289"/>
        <a:ext cx="627163" cy="268785"/>
      </dsp:txXfrm>
    </dsp:sp>
    <dsp:sp modelId="{E78088D6-3802-4D24-99B4-C5C1EAADC26E}">
      <dsp:nvSpPr>
        <dsp:cNvPr id="0" name=""/>
        <dsp:cNvSpPr/>
      </dsp:nvSpPr>
      <dsp:spPr>
        <a:xfrm rot="5400000">
          <a:off x="2290499" y="-864628"/>
          <a:ext cx="582366" cy="39090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Методы искусственного интеллекта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(BD-2.2 Б, BD-5.2 Б)</a:t>
          </a:r>
        </a:p>
      </dsp:txBody>
      <dsp:txXfrm rot="-5400000">
        <a:off x="627164" y="827136"/>
        <a:ext cx="3880609" cy="525508"/>
      </dsp:txXfrm>
    </dsp:sp>
    <dsp:sp modelId="{F2389195-C876-4807-8D8A-7B53524EEF60}">
      <dsp:nvSpPr>
        <dsp:cNvPr id="0" name=""/>
        <dsp:cNvSpPr/>
      </dsp:nvSpPr>
      <dsp:spPr>
        <a:xfrm rot="5400000">
          <a:off x="-134392" y="1730831"/>
          <a:ext cx="895948" cy="62716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 </a:t>
          </a:r>
        </a:p>
      </dsp:txBody>
      <dsp:txXfrm rot="-5400000">
        <a:off x="1" y="1910021"/>
        <a:ext cx="627163" cy="268785"/>
      </dsp:txXfrm>
    </dsp:sp>
    <dsp:sp modelId="{533614CE-C676-4C20-A9DB-13B9AB3B4E10}">
      <dsp:nvSpPr>
        <dsp:cNvPr id="0" name=""/>
        <dsp:cNvSpPr/>
      </dsp:nvSpPr>
      <dsp:spPr>
        <a:xfrm rot="5400000">
          <a:off x="2290499" y="-66896"/>
          <a:ext cx="582366" cy="39090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Дискретная математика и математический анализ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(BD-1.1 Б, BD-1.4)</a:t>
          </a:r>
        </a:p>
      </dsp:txBody>
      <dsp:txXfrm rot="-5400000">
        <a:off x="627164" y="1624868"/>
        <a:ext cx="3880609" cy="525508"/>
      </dsp:txXfrm>
    </dsp:sp>
    <dsp:sp modelId="{C8C8358F-4025-47ED-B6BA-011E9E72EBEE}">
      <dsp:nvSpPr>
        <dsp:cNvPr id="0" name=""/>
        <dsp:cNvSpPr/>
      </dsp:nvSpPr>
      <dsp:spPr>
        <a:xfrm rot="5400000">
          <a:off x="-134392" y="2528562"/>
          <a:ext cx="895948" cy="62716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 </a:t>
          </a:r>
        </a:p>
      </dsp:txBody>
      <dsp:txXfrm rot="-5400000">
        <a:off x="1" y="2707752"/>
        <a:ext cx="627163" cy="268785"/>
      </dsp:txXfrm>
    </dsp:sp>
    <dsp:sp modelId="{FEF520A2-B89C-42D2-911E-1B0F7C261659}">
      <dsp:nvSpPr>
        <dsp:cNvPr id="0" name=""/>
        <dsp:cNvSpPr/>
      </dsp:nvSpPr>
      <dsp:spPr>
        <a:xfrm rot="5400000">
          <a:off x="2290499" y="730834"/>
          <a:ext cx="582366" cy="39090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Структуры данных и алгоритмы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(BD-3.2, BD-4.1 Б)</a:t>
          </a:r>
        </a:p>
      </dsp:txBody>
      <dsp:txXfrm rot="-5400000">
        <a:off x="627164" y="2422599"/>
        <a:ext cx="3880609" cy="525508"/>
      </dsp:txXfrm>
    </dsp:sp>
    <dsp:sp modelId="{9312E77D-4097-4F09-9D74-A1EA3F26FC36}">
      <dsp:nvSpPr>
        <dsp:cNvPr id="0" name=""/>
        <dsp:cNvSpPr/>
      </dsp:nvSpPr>
      <dsp:spPr>
        <a:xfrm rot="5400000">
          <a:off x="-134392" y="3326294"/>
          <a:ext cx="895948" cy="62716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 </a:t>
          </a:r>
        </a:p>
      </dsp:txBody>
      <dsp:txXfrm rot="-5400000">
        <a:off x="1" y="3505484"/>
        <a:ext cx="627163" cy="268785"/>
      </dsp:txXfrm>
    </dsp:sp>
    <dsp:sp modelId="{16CF9097-208A-42C1-A3BB-8C5271FB198D}">
      <dsp:nvSpPr>
        <dsp:cNvPr id="0" name=""/>
        <dsp:cNvSpPr/>
      </dsp:nvSpPr>
      <dsp:spPr>
        <a:xfrm rot="5400000">
          <a:off x="2290499" y="1528566"/>
          <a:ext cx="582366" cy="39090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Операционные системы и сети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(BD-4.3 Б)</a:t>
          </a:r>
        </a:p>
      </dsp:txBody>
      <dsp:txXfrm rot="-5400000">
        <a:off x="627164" y="3220331"/>
        <a:ext cx="3880609" cy="525508"/>
      </dsp:txXfrm>
    </dsp:sp>
    <dsp:sp modelId="{01F455F1-A8B8-4D16-A6FF-BF5378D8D820}">
      <dsp:nvSpPr>
        <dsp:cNvPr id="0" name=""/>
        <dsp:cNvSpPr/>
      </dsp:nvSpPr>
      <dsp:spPr>
        <a:xfrm rot="5400000">
          <a:off x="-134392" y="4124026"/>
          <a:ext cx="895948" cy="62716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 </a:t>
          </a:r>
        </a:p>
      </dsp:txBody>
      <dsp:txXfrm rot="-5400000">
        <a:off x="1" y="4303216"/>
        <a:ext cx="627163" cy="268785"/>
      </dsp:txXfrm>
    </dsp:sp>
    <dsp:sp modelId="{98161CF1-1CA5-4E3F-86B3-B4F7CCAD69C7}">
      <dsp:nvSpPr>
        <dsp:cNvPr id="0" name=""/>
        <dsp:cNvSpPr/>
      </dsp:nvSpPr>
      <dsp:spPr>
        <a:xfrm rot="5400000">
          <a:off x="2290499" y="2326298"/>
          <a:ext cx="582366" cy="39090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Программирование на языке Python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(PL-1.1 Б)</a:t>
          </a:r>
        </a:p>
      </dsp:txBody>
      <dsp:txXfrm rot="-5400000">
        <a:off x="627164" y="4018063"/>
        <a:ext cx="3880609" cy="5255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298BE6-4687-440F-B7F8-BAC11925C238}">
      <dsp:nvSpPr>
        <dsp:cNvPr id="0" name=""/>
        <dsp:cNvSpPr/>
      </dsp:nvSpPr>
      <dsp:spPr>
        <a:xfrm rot="5400000">
          <a:off x="-107910" y="109141"/>
          <a:ext cx="719405" cy="5035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 </a:t>
          </a:r>
        </a:p>
      </dsp:txBody>
      <dsp:txXfrm rot="-5400000">
        <a:off x="1" y="253022"/>
        <a:ext cx="503584" cy="215821"/>
      </dsp:txXfrm>
    </dsp:sp>
    <dsp:sp modelId="{CF5B8591-966C-40AB-BCFF-E48E18D99504}">
      <dsp:nvSpPr>
        <dsp:cNvPr id="0" name=""/>
        <dsp:cNvSpPr/>
      </dsp:nvSpPr>
      <dsp:spPr>
        <a:xfrm rot="5400000">
          <a:off x="2596622" y="-2095792"/>
          <a:ext cx="467613" cy="46780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Статистика машинного обучения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(</a:t>
          </a:r>
          <a:r>
            <a:rPr lang="en-US" sz="1300" kern="1200" dirty="0"/>
            <a:t>BD-1.1)</a:t>
          </a:r>
          <a:endParaRPr lang="ru-RU" sz="1300" kern="1200" dirty="0"/>
        </a:p>
      </dsp:txBody>
      <dsp:txXfrm rot="-5400000">
        <a:off x="491422" y="32235"/>
        <a:ext cx="4655188" cy="421959"/>
      </dsp:txXfrm>
    </dsp:sp>
    <dsp:sp modelId="{57CF5B79-C04C-4ACC-B36A-9D30A04C178E}">
      <dsp:nvSpPr>
        <dsp:cNvPr id="0" name=""/>
        <dsp:cNvSpPr/>
      </dsp:nvSpPr>
      <dsp:spPr>
        <a:xfrm rot="5400000">
          <a:off x="-107910" y="755048"/>
          <a:ext cx="719405" cy="5035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 </a:t>
          </a:r>
        </a:p>
      </dsp:txBody>
      <dsp:txXfrm rot="-5400000">
        <a:off x="1" y="898929"/>
        <a:ext cx="503584" cy="215821"/>
      </dsp:txXfrm>
    </dsp:sp>
    <dsp:sp modelId="{E78088D6-3802-4D24-99B4-C5C1EAADC26E}">
      <dsp:nvSpPr>
        <dsp:cNvPr id="0" name=""/>
        <dsp:cNvSpPr/>
      </dsp:nvSpPr>
      <dsp:spPr>
        <a:xfrm rot="5400000">
          <a:off x="2608785" y="-1458063"/>
          <a:ext cx="467613" cy="46780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300" kern="1200" dirty="0"/>
            <a:t>Методы машинного обучения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ru-RU" sz="1300" kern="1200" dirty="0"/>
            <a:t>(BD-1.2, BD-1.3, BD-2.1)</a:t>
          </a:r>
        </a:p>
      </dsp:txBody>
      <dsp:txXfrm rot="-5400000">
        <a:off x="503585" y="669964"/>
        <a:ext cx="4655188" cy="421959"/>
      </dsp:txXfrm>
    </dsp:sp>
    <dsp:sp modelId="{F2389195-C876-4807-8D8A-7B53524EEF60}">
      <dsp:nvSpPr>
        <dsp:cNvPr id="0" name=""/>
        <dsp:cNvSpPr/>
      </dsp:nvSpPr>
      <dsp:spPr>
        <a:xfrm rot="5400000">
          <a:off x="-107910" y="1400955"/>
          <a:ext cx="719405" cy="5035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 </a:t>
          </a:r>
        </a:p>
      </dsp:txBody>
      <dsp:txXfrm rot="-5400000">
        <a:off x="1" y="1544836"/>
        <a:ext cx="503584" cy="215821"/>
      </dsp:txXfrm>
    </dsp:sp>
    <dsp:sp modelId="{533614CE-C676-4C20-A9DB-13B9AB3B4E10}">
      <dsp:nvSpPr>
        <dsp:cNvPr id="0" name=""/>
        <dsp:cNvSpPr/>
      </dsp:nvSpPr>
      <dsp:spPr>
        <a:xfrm rot="5400000">
          <a:off x="2608785" y="-812156"/>
          <a:ext cx="467613" cy="46780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Исследовательский анализ данных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(BD-2.2 П)</a:t>
          </a:r>
        </a:p>
      </dsp:txBody>
      <dsp:txXfrm rot="-5400000">
        <a:off x="503585" y="1315871"/>
        <a:ext cx="4655188" cy="421959"/>
      </dsp:txXfrm>
    </dsp:sp>
    <dsp:sp modelId="{C8C8358F-4025-47ED-B6BA-011E9E72EBEE}">
      <dsp:nvSpPr>
        <dsp:cNvPr id="0" name=""/>
        <dsp:cNvSpPr/>
      </dsp:nvSpPr>
      <dsp:spPr>
        <a:xfrm rot="5400000">
          <a:off x="-107910" y="2046861"/>
          <a:ext cx="719405" cy="5035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 </a:t>
          </a:r>
        </a:p>
      </dsp:txBody>
      <dsp:txXfrm rot="-5400000">
        <a:off x="1" y="2190742"/>
        <a:ext cx="503584" cy="215821"/>
      </dsp:txXfrm>
    </dsp:sp>
    <dsp:sp modelId="{FEF520A2-B89C-42D2-911E-1B0F7C261659}">
      <dsp:nvSpPr>
        <dsp:cNvPr id="0" name=""/>
        <dsp:cNvSpPr/>
      </dsp:nvSpPr>
      <dsp:spPr>
        <a:xfrm rot="5400000">
          <a:off x="2608785" y="-166249"/>
          <a:ext cx="467613" cy="46780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Системное проектирование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(</a:t>
          </a:r>
          <a:r>
            <a:rPr lang="en-US" sz="1300" kern="1200" dirty="0"/>
            <a:t>BD-3.1 </a:t>
          </a:r>
          <a:r>
            <a:rPr lang="ru-RU" sz="1300" kern="1200" dirty="0"/>
            <a:t>П)</a:t>
          </a:r>
        </a:p>
      </dsp:txBody>
      <dsp:txXfrm rot="-5400000">
        <a:off x="503585" y="1961778"/>
        <a:ext cx="4655188" cy="421959"/>
      </dsp:txXfrm>
    </dsp:sp>
    <dsp:sp modelId="{9312E77D-4097-4F09-9D74-A1EA3F26FC36}">
      <dsp:nvSpPr>
        <dsp:cNvPr id="0" name=""/>
        <dsp:cNvSpPr/>
      </dsp:nvSpPr>
      <dsp:spPr>
        <a:xfrm rot="5400000">
          <a:off x="-107910" y="2692768"/>
          <a:ext cx="719405" cy="5035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 </a:t>
          </a:r>
        </a:p>
      </dsp:txBody>
      <dsp:txXfrm rot="-5400000">
        <a:off x="1" y="2836649"/>
        <a:ext cx="503584" cy="215821"/>
      </dsp:txXfrm>
    </dsp:sp>
    <dsp:sp modelId="{16CF9097-208A-42C1-A3BB-8C5271FB198D}">
      <dsp:nvSpPr>
        <dsp:cNvPr id="0" name=""/>
        <dsp:cNvSpPr/>
      </dsp:nvSpPr>
      <dsp:spPr>
        <a:xfrm rot="5400000">
          <a:off x="2608785" y="479656"/>
          <a:ext cx="467613" cy="46780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Облачные технологии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(</a:t>
          </a:r>
          <a:r>
            <a:rPr lang="en-US" sz="1300" kern="1200" dirty="0"/>
            <a:t>BD-4.3)</a:t>
          </a:r>
          <a:endParaRPr lang="ru-RU" sz="1300" kern="1200" dirty="0"/>
        </a:p>
      </dsp:txBody>
      <dsp:txXfrm rot="-5400000">
        <a:off x="503585" y="2607684"/>
        <a:ext cx="4655188" cy="421959"/>
      </dsp:txXfrm>
    </dsp:sp>
    <dsp:sp modelId="{01F455F1-A8B8-4D16-A6FF-BF5378D8D820}">
      <dsp:nvSpPr>
        <dsp:cNvPr id="0" name=""/>
        <dsp:cNvSpPr/>
      </dsp:nvSpPr>
      <dsp:spPr>
        <a:xfrm rot="5400000">
          <a:off x="-107910" y="3338675"/>
          <a:ext cx="719405" cy="5035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 </a:t>
          </a:r>
        </a:p>
      </dsp:txBody>
      <dsp:txXfrm rot="-5400000">
        <a:off x="1" y="3482556"/>
        <a:ext cx="503584" cy="215821"/>
      </dsp:txXfrm>
    </dsp:sp>
    <dsp:sp modelId="{98161CF1-1CA5-4E3F-86B3-B4F7CCAD69C7}">
      <dsp:nvSpPr>
        <dsp:cNvPr id="0" name=""/>
        <dsp:cNvSpPr/>
      </dsp:nvSpPr>
      <dsp:spPr>
        <a:xfrm rot="5400000">
          <a:off x="2608785" y="1125563"/>
          <a:ext cx="467613" cy="46780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Высоконагруженные приложения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(</a:t>
          </a:r>
          <a:r>
            <a:rPr lang="en-US" sz="1300" kern="1200" dirty="0"/>
            <a:t>BD-5.2, BD-5.3)</a:t>
          </a:r>
          <a:endParaRPr lang="ru-RU" sz="1300" kern="1200" dirty="0"/>
        </a:p>
      </dsp:txBody>
      <dsp:txXfrm rot="-5400000">
        <a:off x="503585" y="3253591"/>
        <a:ext cx="4655188" cy="421959"/>
      </dsp:txXfrm>
    </dsp:sp>
    <dsp:sp modelId="{6A07AC87-682A-4615-B074-DF0DAF171ECC}">
      <dsp:nvSpPr>
        <dsp:cNvPr id="0" name=""/>
        <dsp:cNvSpPr/>
      </dsp:nvSpPr>
      <dsp:spPr>
        <a:xfrm rot="5400000">
          <a:off x="-107910" y="3984582"/>
          <a:ext cx="719405" cy="5035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 </a:t>
          </a:r>
        </a:p>
      </dsp:txBody>
      <dsp:txXfrm rot="-5400000">
        <a:off x="1" y="4128463"/>
        <a:ext cx="503584" cy="215821"/>
      </dsp:txXfrm>
    </dsp:sp>
    <dsp:sp modelId="{E7DF450B-7EB3-4E99-83F9-C92C64B7D06E}">
      <dsp:nvSpPr>
        <dsp:cNvPr id="0" name=""/>
        <dsp:cNvSpPr/>
      </dsp:nvSpPr>
      <dsp:spPr>
        <a:xfrm rot="5400000">
          <a:off x="2608785" y="1771470"/>
          <a:ext cx="467613" cy="46780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Управление IT проектами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(BD-5.2 П, SS-2.1 П)</a:t>
          </a:r>
        </a:p>
      </dsp:txBody>
      <dsp:txXfrm rot="-5400000">
        <a:off x="503585" y="3899498"/>
        <a:ext cx="4655188" cy="421959"/>
      </dsp:txXfrm>
    </dsp:sp>
    <dsp:sp modelId="{2A1EC36D-6F48-45B4-9594-978D51488BA9}">
      <dsp:nvSpPr>
        <dsp:cNvPr id="0" name=""/>
        <dsp:cNvSpPr/>
      </dsp:nvSpPr>
      <dsp:spPr>
        <a:xfrm rot="5400000">
          <a:off x="-107910" y="4630489"/>
          <a:ext cx="719405" cy="50358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 </a:t>
          </a:r>
        </a:p>
      </dsp:txBody>
      <dsp:txXfrm rot="-5400000">
        <a:off x="1" y="4774370"/>
        <a:ext cx="503584" cy="215821"/>
      </dsp:txXfrm>
    </dsp:sp>
    <dsp:sp modelId="{BC32FA44-A436-4346-A47E-EEB7E8F0D9BD}">
      <dsp:nvSpPr>
        <dsp:cNvPr id="0" name=""/>
        <dsp:cNvSpPr/>
      </dsp:nvSpPr>
      <dsp:spPr>
        <a:xfrm rot="5400000">
          <a:off x="2608785" y="2417377"/>
          <a:ext cx="467613" cy="46780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Проектирование информационных систем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300" kern="1200" dirty="0"/>
            <a:t>(BD-5.1 П)</a:t>
          </a:r>
        </a:p>
      </dsp:txBody>
      <dsp:txXfrm rot="-5400000">
        <a:off x="503585" y="4545405"/>
        <a:ext cx="4655188" cy="4219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E0FFEF-5BB8-4AD4-B860-501F717C8D8C}">
      <dsp:nvSpPr>
        <dsp:cNvPr id="0" name=""/>
        <dsp:cNvSpPr/>
      </dsp:nvSpPr>
      <dsp:spPr>
        <a:xfrm rot="5400000">
          <a:off x="-112307" y="113226"/>
          <a:ext cx="748714" cy="5241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 </a:t>
          </a:r>
        </a:p>
      </dsp:txBody>
      <dsp:txXfrm rot="-5400000">
        <a:off x="0" y="262969"/>
        <a:ext cx="524100" cy="224614"/>
      </dsp:txXfrm>
    </dsp:sp>
    <dsp:sp modelId="{03AC1A3F-ACB9-484F-83D9-3A888DEF7C08}">
      <dsp:nvSpPr>
        <dsp:cNvPr id="0" name=""/>
        <dsp:cNvSpPr/>
      </dsp:nvSpPr>
      <dsp:spPr>
        <a:xfrm rot="5400000">
          <a:off x="3650449" y="-3125430"/>
          <a:ext cx="486664" cy="67393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Анализ больших данных (BD-1.1 П)</a:t>
          </a:r>
        </a:p>
      </dsp:txBody>
      <dsp:txXfrm rot="-5400000">
        <a:off x="524100" y="24676"/>
        <a:ext cx="6715606" cy="439150"/>
      </dsp:txXfrm>
    </dsp:sp>
    <dsp:sp modelId="{64776DA8-E0BB-43F5-B1C1-9EE252C17AAD}">
      <dsp:nvSpPr>
        <dsp:cNvPr id="0" name=""/>
        <dsp:cNvSpPr/>
      </dsp:nvSpPr>
      <dsp:spPr>
        <a:xfrm rot="5400000">
          <a:off x="-112307" y="738614"/>
          <a:ext cx="748714" cy="5241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 </a:t>
          </a:r>
        </a:p>
      </dsp:txBody>
      <dsp:txXfrm rot="-5400000">
        <a:off x="0" y="888357"/>
        <a:ext cx="524100" cy="224614"/>
      </dsp:txXfrm>
    </dsp:sp>
    <dsp:sp modelId="{0C6D627C-70DF-49B8-9947-D91EA3204664}">
      <dsp:nvSpPr>
        <dsp:cNvPr id="0" name=""/>
        <dsp:cNvSpPr/>
      </dsp:nvSpPr>
      <dsp:spPr>
        <a:xfrm rot="5400000">
          <a:off x="3650449" y="-2500042"/>
          <a:ext cx="486664" cy="67393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Инжиниринг данных (BD-2.2 Б, BD-4.1 П)</a:t>
          </a:r>
        </a:p>
      </dsp:txBody>
      <dsp:txXfrm rot="-5400000">
        <a:off x="524100" y="650064"/>
        <a:ext cx="6715606" cy="439150"/>
      </dsp:txXfrm>
    </dsp:sp>
    <dsp:sp modelId="{B2910572-90C9-4876-9EEB-F590FF068E11}">
      <dsp:nvSpPr>
        <dsp:cNvPr id="0" name=""/>
        <dsp:cNvSpPr/>
      </dsp:nvSpPr>
      <dsp:spPr>
        <a:xfrm rot="5400000">
          <a:off x="-112307" y="1364002"/>
          <a:ext cx="748714" cy="5241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 </a:t>
          </a:r>
        </a:p>
      </dsp:txBody>
      <dsp:txXfrm rot="-5400000">
        <a:off x="0" y="1513745"/>
        <a:ext cx="524100" cy="224614"/>
      </dsp:txXfrm>
    </dsp:sp>
    <dsp:sp modelId="{D5ABA9D8-F4C5-4E9A-8F4F-07A0A47A1F0D}">
      <dsp:nvSpPr>
        <dsp:cNvPr id="0" name=""/>
        <dsp:cNvSpPr/>
      </dsp:nvSpPr>
      <dsp:spPr>
        <a:xfrm rot="5400000">
          <a:off x="3650449" y="-1874653"/>
          <a:ext cx="486664" cy="67393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Продвинутый SQL/</a:t>
          </a:r>
          <a:r>
            <a:rPr lang="ru-RU" sz="2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NoSQL</a:t>
          </a:r>
          <a:r>
            <a:rPr lang="ru-RU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(BD-5.1 С)</a:t>
          </a:r>
        </a:p>
      </dsp:txBody>
      <dsp:txXfrm rot="-5400000">
        <a:off x="524100" y="1275453"/>
        <a:ext cx="6715606" cy="439150"/>
      </dsp:txXfrm>
    </dsp:sp>
    <dsp:sp modelId="{5C7F8A1E-FE1A-443D-BDD1-123FA9B4DF3B}">
      <dsp:nvSpPr>
        <dsp:cNvPr id="0" name=""/>
        <dsp:cNvSpPr/>
      </dsp:nvSpPr>
      <dsp:spPr>
        <a:xfrm rot="5400000">
          <a:off x="-112307" y="1989390"/>
          <a:ext cx="748714" cy="5241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 </a:t>
          </a:r>
        </a:p>
      </dsp:txBody>
      <dsp:txXfrm rot="-5400000">
        <a:off x="0" y="2139133"/>
        <a:ext cx="524100" cy="224614"/>
      </dsp:txXfrm>
    </dsp:sp>
    <dsp:sp modelId="{FFA9E6F2-AF69-4D2C-AB45-44B3B888A246}">
      <dsp:nvSpPr>
        <dsp:cNvPr id="0" name=""/>
        <dsp:cNvSpPr/>
      </dsp:nvSpPr>
      <dsp:spPr>
        <a:xfrm rot="5400000">
          <a:off x="3650449" y="-1249265"/>
          <a:ext cx="486664" cy="67393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Распределенные системы (BD-4.1, 4.3 П, BD-3.1 С)</a:t>
          </a:r>
        </a:p>
      </dsp:txBody>
      <dsp:txXfrm rot="-5400000">
        <a:off x="524100" y="1900841"/>
        <a:ext cx="6715606" cy="439150"/>
      </dsp:txXfrm>
    </dsp:sp>
    <dsp:sp modelId="{54ED1864-78FC-4202-B6CD-F1896912EA61}">
      <dsp:nvSpPr>
        <dsp:cNvPr id="0" name=""/>
        <dsp:cNvSpPr/>
      </dsp:nvSpPr>
      <dsp:spPr>
        <a:xfrm rot="5400000">
          <a:off x="-112307" y="2614779"/>
          <a:ext cx="748714" cy="5241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 </a:t>
          </a:r>
        </a:p>
      </dsp:txBody>
      <dsp:txXfrm rot="-5400000">
        <a:off x="0" y="2764522"/>
        <a:ext cx="524100" cy="224614"/>
      </dsp:txXfrm>
    </dsp:sp>
    <dsp:sp modelId="{CBBB24DD-2E51-49AA-91CD-3BE896771A7C}">
      <dsp:nvSpPr>
        <dsp:cNvPr id="0" name=""/>
        <dsp:cNvSpPr/>
      </dsp:nvSpPr>
      <dsp:spPr>
        <a:xfrm rot="5400000">
          <a:off x="3650449" y="-623877"/>
          <a:ext cx="486664" cy="67393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Методы машинного обучения (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BD-1.2,1.3,2.1,</a:t>
          </a:r>
          <a:r>
            <a:rPr lang="ru-RU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ML-</a:t>
          </a:r>
          <a:r>
            <a:rPr lang="ru-RU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2, 3</a:t>
          </a: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П)</a:t>
          </a:r>
        </a:p>
      </dsp:txBody>
      <dsp:txXfrm rot="-5400000">
        <a:off x="524100" y="2526229"/>
        <a:ext cx="6715606" cy="4391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90317-B90D-4DFB-9F36-165BB49A3175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E91F6-3B5E-4060-BF93-253BC20664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504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E91F6-3B5E-4060-BF93-253BC206646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263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E91F6-3B5E-4060-BF93-253BC206646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449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14D75-7094-767C-F696-163DA0631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olos Text" panose="020B0503020202020204" pitchFamily="34" charset="0"/>
                <a:ea typeface="Golos Text" panose="020B050302020202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704547-04D0-4D38-DB77-B43D52ABB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824416-E8F9-61EF-E6D1-BC2B4BAD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5AA014-56BF-40CB-39F2-DC33F3AF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D8BC4B-DA57-1DC8-6D9D-53969507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34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11257-CAF6-47B5-D2A5-6F48CB2F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04584-D55D-5002-3CFB-92ECEBCB8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6E326A-0D2A-7537-95A3-F838AF0C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FF1308-8060-D862-3F8E-C9209AB0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2E7770-AC08-478A-2DFC-52CA9BC09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52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B72F2-D5B8-B308-E7BA-AA2D2C0E3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F9E6FA-8BED-62C4-EA10-DFDD2C17C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879B11-A705-E38C-760B-49584E60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2B70AE-75DF-8572-5095-F5DCD3D7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8ACFDE-55D1-781E-AC17-12F8511B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65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C6F225-3DC8-CCAA-3314-17B0B9811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960A77-1953-B756-F038-C2AD0481D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C4E49E-93B8-3A24-2205-E54E59C36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88382C-B13D-FC98-5410-E562E82F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7C28D2-B037-A94E-1A85-76995C9F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7B33AD-36F7-1833-97AA-C005F727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0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3EFB5-579F-BE0B-166C-50426ED7F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F83B45-78DE-0567-0995-1A1C751CA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D1D42A-C580-082A-A23E-0DD0CB0D4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7575B3-47F7-7043-1A19-2CADAAA5A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853BBA-EB99-E6BB-45E2-225CC5E89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4AD746-157B-488B-A4A4-B12DD945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2FFA9D4-4769-94B0-4630-BB70AD74F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310FFB-2D2C-0B90-4ED6-F54BE2F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9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671BE-F29D-7143-B2C0-E41BFD68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B13310-D4EB-4448-E040-D406C2B3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922AFDA-E23B-F6DC-0074-86E450354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43832A-200E-F2C9-2D80-B185CF13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63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98E6E3-17C8-654A-2ED8-A2DBD947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E972E5A-A91E-F858-AAC8-6831E0DE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3696D1-D4AF-3353-A158-31EF3C3C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38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6FD9AD-84DC-EAF1-4A37-28B053D5D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92A09D-B4BE-6AD7-26D0-490F3B093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42F5F4-3B1B-A795-36FE-C6B5DBBBB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7D14E4-61DE-FBE9-79AC-AF0981CCC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38B01F-825D-1209-3206-3ED34A23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E1DCBD-DCDB-9BE6-A14D-41FA544B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49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5EC7E9-28C4-918A-5FBE-2F6FA8566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8A22047-5CE4-09F7-7296-126A89887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8CFEB5-6122-7E07-B156-6DEC0F798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136853-2C93-9518-7229-5FAF7CBA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2FCEA4-DC7F-6683-C79D-DCB54162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55E2CF-EAC4-6261-EAF3-7A33BA81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69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986E0-902E-3707-6F09-5208A5A1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8853C4-83F9-00EB-13F2-004171E0C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02B9AD-F7CC-DC3E-D98C-E2CBB6A6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35AED8-859D-C7BA-D8B4-3C052B25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D5590-FA44-FA25-32A7-187D79A3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22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0A6162F-0CEA-89D5-C5BC-AFAF0D665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520F03-9C3B-1511-C6F4-0174F6678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DA9F2B-975E-9F5A-EB9C-1CBFBA4F6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6239FE-BEE0-7F3E-DDFD-331E63DB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2CFCA3-4959-96FA-D1A1-32AE64E0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719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B8F61-F8FD-2E11-52B5-535412FA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7468CD-D4E7-208A-1469-156E1DA05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493BCF-6C7A-9183-FCD5-EF960E897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A3099-0E2E-404F-AC88-0DAC237DA2CA}" type="datetimeFigureOut">
              <a:rPr lang="ru-RU" smtClean="0"/>
              <a:t>19.07.2026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317AE4-1A8E-3EF8-C946-B3600AF0F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1697FD-5E73-4CFC-DCA4-B7A933533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39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Golos Text DemiBold" panose="020B0503020202020204" pitchFamily="34" charset="0"/>
          <a:ea typeface="Golos Text DemiBold" panose="020B0503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A3A7DE-9454-3205-A880-5CE67D6E8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5430"/>
            <a:ext cx="848531" cy="1935538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16E39A8-88E6-3DA1-B9A7-9D4886DCD160}"/>
              </a:ext>
            </a:extLst>
          </p:cNvPr>
          <p:cNvSpPr/>
          <p:nvPr/>
        </p:nvSpPr>
        <p:spPr>
          <a:xfrm>
            <a:off x="0" y="3923818"/>
            <a:ext cx="12191999" cy="3035401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14D7EF9-463E-3F60-540D-9EF951770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4327" y="1362850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FC655D-C2BD-9061-29D1-33ABB82E3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443" y="4249041"/>
            <a:ext cx="9144000" cy="1714723"/>
          </a:xfrm>
        </p:spPr>
        <p:txBody>
          <a:bodyPr>
            <a:normAutofit/>
          </a:bodyPr>
          <a:lstStyle/>
          <a:p>
            <a:pPr algn="l"/>
            <a:r>
              <a:rPr lang="ru-RU" sz="4800" dirty="0">
                <a:solidFill>
                  <a:schemeClr val="bg1"/>
                </a:solidFill>
              </a:rPr>
              <a:t>Технологии хранения и обработки больших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284915-241E-8EE1-802E-3993741DF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20443" y="5651677"/>
            <a:ext cx="1506535" cy="1224937"/>
          </a:xfrm>
        </p:spPr>
        <p:txBody>
          <a:bodyPr>
            <a:noAutofit/>
          </a:bodyPr>
          <a:lstStyle/>
          <a:p>
            <a:pPr algn="l"/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Амосова С. Г.</a:t>
            </a:r>
            <a:b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Егунов В. А.</a:t>
            </a:r>
            <a:b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Пелиненко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Е. Ю.</a:t>
            </a:r>
            <a:b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Корелин И. А.</a:t>
            </a:r>
            <a:b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Пушкарев Д. А.</a:t>
            </a:r>
            <a:b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Титова Д. 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455776-F093-4AF3-E008-4E649B75E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443" y="386289"/>
            <a:ext cx="5322298" cy="329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F84394D-C7A5-E8B6-4037-C5DF077562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3323" y="391785"/>
            <a:ext cx="1692234" cy="329894"/>
          </a:xfrm>
          <a:prstGeom prst="rect">
            <a:avLst/>
          </a:prstGeom>
        </p:spPr>
      </p:pic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D2CF0753-6B81-2CC5-533F-5F048D407D72}"/>
              </a:ext>
            </a:extLst>
          </p:cNvPr>
          <p:cNvSpPr txBox="1">
            <a:spLocks/>
          </p:cNvSpPr>
          <p:nvPr/>
        </p:nvSpPr>
        <p:spPr>
          <a:xfrm>
            <a:off x="676443" y="3010968"/>
            <a:ext cx="9144000" cy="908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</a:t>
            </a:r>
            <a:b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</a:br>
            <a: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на топ-уровне: системное видение</a:t>
            </a:r>
            <a:endParaRPr lang="ru-RU" b="1" dirty="0">
              <a:solidFill>
                <a:srgbClr val="014189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749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39"/>
            <a:ext cx="10515600" cy="1325563"/>
          </a:xfrm>
        </p:spPr>
        <p:txBody>
          <a:bodyPr/>
          <a:lstStyle/>
          <a:p>
            <a:r>
              <a:rPr lang="ru-RU" dirty="0"/>
              <a:t>Цель освоения дисциплины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ADE343D3-753B-6B98-5EFE-6CDAAF183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488" y="2448315"/>
            <a:ext cx="10515600" cy="1865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Формирование у обучающихся системного понимания принципов работы с данными и развитие компетенций, необходимых для проектирования, создания и развития надежных, масштабируемых и эффективных решений в области инженерии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2658752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021"/>
            <a:ext cx="10515600" cy="1325563"/>
          </a:xfrm>
        </p:spPr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ADE343D3-753B-6B98-5EFE-6CDAAF183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221" y="1615835"/>
            <a:ext cx="10515600" cy="7997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Для достижения цели были сформулированы следующие задачи освоения дисциплины: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AC97BA04-E21B-0FDA-A92D-69CA60761F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5110315"/>
              </p:ext>
            </p:extLst>
          </p:nvPr>
        </p:nvGraphicFramePr>
        <p:xfrm>
          <a:off x="769792" y="2763836"/>
          <a:ext cx="9698125" cy="3474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585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03846"/>
            <a:ext cx="10515600" cy="1325563"/>
          </a:xfrm>
        </p:spPr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AC97BA04-E21B-0FDA-A92D-69CA60761F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2197935"/>
              </p:ext>
            </p:extLst>
          </p:nvPr>
        </p:nvGraphicFramePr>
        <p:xfrm>
          <a:off x="629547" y="2025144"/>
          <a:ext cx="9698125" cy="4381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2651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1601"/>
            <a:ext cx="10400142" cy="878761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Структура, содержание. </a:t>
            </a:r>
            <a:br>
              <a:rPr lang="ru-RU" dirty="0">
                <a:solidFill>
                  <a:schemeClr val="bg1"/>
                </a:solidFill>
              </a:rPr>
            </a:br>
            <a:endParaRPr lang="ru-RU" sz="2700" dirty="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D0B2A8C-4966-E62C-16D2-22E73CF8EC6E}"/>
              </a:ext>
            </a:extLst>
          </p:cNvPr>
          <p:cNvSpPr/>
          <p:nvPr/>
        </p:nvSpPr>
        <p:spPr>
          <a:xfrm>
            <a:off x="678788" y="1553574"/>
            <a:ext cx="10559554" cy="5091327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5590241D-BDC3-A763-1DF3-106D258016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4497647"/>
              </p:ext>
            </p:extLst>
          </p:nvPr>
        </p:nvGraphicFramePr>
        <p:xfrm>
          <a:off x="911481" y="1701478"/>
          <a:ext cx="10138121" cy="459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617">
                  <a:extLst>
                    <a:ext uri="{9D8B030D-6E8A-4147-A177-3AD203B41FA5}">
                      <a16:colId xmlns:a16="http://schemas.microsoft.com/office/drawing/2014/main" val="2594656631"/>
                    </a:ext>
                  </a:extLst>
                </a:gridCol>
                <a:gridCol w="2490756">
                  <a:extLst>
                    <a:ext uri="{9D8B030D-6E8A-4147-A177-3AD203B41FA5}">
                      <a16:colId xmlns:a16="http://schemas.microsoft.com/office/drawing/2014/main" val="2539349236"/>
                    </a:ext>
                  </a:extLst>
                </a:gridCol>
                <a:gridCol w="706840">
                  <a:extLst>
                    <a:ext uri="{9D8B030D-6E8A-4147-A177-3AD203B41FA5}">
                      <a16:colId xmlns:a16="http://schemas.microsoft.com/office/drawing/2014/main" val="3152266463"/>
                    </a:ext>
                  </a:extLst>
                </a:gridCol>
                <a:gridCol w="751712">
                  <a:extLst>
                    <a:ext uri="{9D8B030D-6E8A-4147-A177-3AD203B41FA5}">
                      <a16:colId xmlns:a16="http://schemas.microsoft.com/office/drawing/2014/main" val="856734871"/>
                    </a:ext>
                  </a:extLst>
                </a:gridCol>
                <a:gridCol w="824643">
                  <a:extLst>
                    <a:ext uri="{9D8B030D-6E8A-4147-A177-3AD203B41FA5}">
                      <a16:colId xmlns:a16="http://schemas.microsoft.com/office/drawing/2014/main" val="314794784"/>
                    </a:ext>
                  </a:extLst>
                </a:gridCol>
                <a:gridCol w="1214800">
                  <a:extLst>
                    <a:ext uri="{9D8B030D-6E8A-4147-A177-3AD203B41FA5}">
                      <a16:colId xmlns:a16="http://schemas.microsoft.com/office/drawing/2014/main" val="673566408"/>
                    </a:ext>
                  </a:extLst>
                </a:gridCol>
                <a:gridCol w="1124753">
                  <a:extLst>
                    <a:ext uri="{9D8B030D-6E8A-4147-A177-3AD203B41FA5}">
                      <a16:colId xmlns:a16="http://schemas.microsoft.com/office/drawing/2014/main" val="2086001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Элемент дисциплины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Содержание (тематические сущности)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Форма занятия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Объем,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ак.ч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Компетенция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Индикатор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Уровень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57730552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 1. Модели хранения данных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BD-3</a:t>
                      </a:r>
                      <a:endParaRPr lang="ru-RU" sz="1600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</a:t>
                      </a:r>
                      <a:endParaRPr lang="ru-RU" sz="1600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600" b="0" i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088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 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</a:rPr>
                        <a:t>Занятие 1.1. Понятие Big Data. Классические модели: OLTP и OLAP системы. Реляционные СУБД и их ограничения для Big Data. </a:t>
                      </a:r>
                      <a:endParaRPr lang="ru-RU" sz="13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 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</a:rPr>
                        <a:t>Big Data. Измерения. Многомерный куб (гиперкуб, OLAP-куб). Транзакция. Сечение. Транспонирование. Свертка. Детализация. Звезда. Снежинка.</a:t>
                      </a:r>
                      <a:endParaRPr lang="ru-RU" sz="130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BD-3</a:t>
                      </a:r>
                      <a:endParaRPr lang="ru-RU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</a:t>
                      </a:r>
                      <a:endParaRPr lang="ru-RU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999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 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</a:rPr>
                        <a:t>Занятие 1.2. Модели хранения данных. Хранилища данных. Архитектуры хранилищ данных. Реляционные СУБД (SQL) и их масштабирование. Виртуальные и облачные хранилища данных. Сети хранения данных.</a:t>
                      </a:r>
                      <a:endParaRPr lang="ru-RU" sz="13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 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</a:rPr>
                        <a:t>Сбор и хранение информации. СУБД. Хранилище данных. Виртуальное хранилище. Облачное хранилище.</a:t>
                      </a:r>
                      <a:endParaRPr lang="ru-RU" sz="13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BD-3</a:t>
                      </a:r>
                      <a:endParaRPr lang="ru-RU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ru-RU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</a:t>
                      </a:r>
                      <a:endParaRPr lang="ru-RU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ru-RU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870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 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</a:rPr>
                        <a:t>Занятие 1.3.</a:t>
                      </a:r>
                      <a:endParaRPr lang="ru-RU" sz="1300" dirty="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 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</a:rPr>
                        <a:t>Проектирование архитектуры хранения данных: сравнительный анализ OLTP- и OLAP-систем, анализ плана запроса.</a:t>
                      </a:r>
                      <a:endParaRPr lang="ru-RU" sz="13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BD-3</a:t>
                      </a:r>
                      <a:endParaRPr lang="ru-RU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ru-RU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</a:t>
                      </a:r>
                      <a:endParaRPr lang="ru-RU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ru-RU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Б, 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263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045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1601"/>
            <a:ext cx="10400142" cy="878761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Структура, содержание. </a:t>
            </a:r>
            <a:br>
              <a:rPr lang="ru-RU" dirty="0">
                <a:solidFill>
                  <a:schemeClr val="bg1"/>
                </a:solidFill>
              </a:rPr>
            </a:br>
            <a:endParaRPr lang="ru-RU" sz="2700" dirty="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D0B2A8C-4966-E62C-16D2-22E73CF8EC6E}"/>
              </a:ext>
            </a:extLst>
          </p:cNvPr>
          <p:cNvSpPr/>
          <p:nvPr/>
        </p:nvSpPr>
        <p:spPr>
          <a:xfrm>
            <a:off x="815759" y="2107108"/>
            <a:ext cx="10605826" cy="3891509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5590241D-BDC3-A763-1DF3-106D258016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7562823"/>
              </p:ext>
            </p:extLst>
          </p:nvPr>
        </p:nvGraphicFramePr>
        <p:xfrm>
          <a:off x="1058192" y="2412023"/>
          <a:ext cx="10075614" cy="328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617">
                  <a:extLst>
                    <a:ext uri="{9D8B030D-6E8A-4147-A177-3AD203B41FA5}">
                      <a16:colId xmlns:a16="http://schemas.microsoft.com/office/drawing/2014/main" val="2594656631"/>
                    </a:ext>
                  </a:extLst>
                </a:gridCol>
                <a:gridCol w="2490756">
                  <a:extLst>
                    <a:ext uri="{9D8B030D-6E8A-4147-A177-3AD203B41FA5}">
                      <a16:colId xmlns:a16="http://schemas.microsoft.com/office/drawing/2014/main" val="2539349236"/>
                    </a:ext>
                  </a:extLst>
                </a:gridCol>
                <a:gridCol w="706840">
                  <a:extLst>
                    <a:ext uri="{9D8B030D-6E8A-4147-A177-3AD203B41FA5}">
                      <a16:colId xmlns:a16="http://schemas.microsoft.com/office/drawing/2014/main" val="3152266463"/>
                    </a:ext>
                  </a:extLst>
                </a:gridCol>
                <a:gridCol w="751712">
                  <a:extLst>
                    <a:ext uri="{9D8B030D-6E8A-4147-A177-3AD203B41FA5}">
                      <a16:colId xmlns:a16="http://schemas.microsoft.com/office/drawing/2014/main" val="856734871"/>
                    </a:ext>
                  </a:extLst>
                </a:gridCol>
                <a:gridCol w="824643">
                  <a:extLst>
                    <a:ext uri="{9D8B030D-6E8A-4147-A177-3AD203B41FA5}">
                      <a16:colId xmlns:a16="http://schemas.microsoft.com/office/drawing/2014/main" val="314794784"/>
                    </a:ext>
                  </a:extLst>
                </a:gridCol>
                <a:gridCol w="1214800">
                  <a:extLst>
                    <a:ext uri="{9D8B030D-6E8A-4147-A177-3AD203B41FA5}">
                      <a16:colId xmlns:a16="http://schemas.microsoft.com/office/drawing/2014/main" val="673566408"/>
                    </a:ext>
                  </a:extLst>
                </a:gridCol>
                <a:gridCol w="1062246">
                  <a:extLst>
                    <a:ext uri="{9D8B030D-6E8A-4147-A177-3AD203B41FA5}">
                      <a16:colId xmlns:a16="http://schemas.microsoft.com/office/drawing/2014/main" val="2086001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Элемент дисциплины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Содержание (тематические сущности)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Форма занятия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Объем,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</a:rPr>
                        <a:t>ак.ч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Компетенция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Индикатор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Уровень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57730552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 2. Подготовка данных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BD-</a:t>
                      </a: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PL-1</a:t>
                      </a:r>
                      <a:endParaRPr lang="ru-RU" sz="1600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</a:t>
                      </a:r>
                    </a:p>
                    <a:p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</a:t>
                      </a: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600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</a:p>
                  </a:txBody>
                  <a:tcPr>
                    <a:solidFill>
                      <a:srgbClr val="2B7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088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Занятие 2.1. Консолидация данных. Обобщенная схема процесса консолидации. Интеграция данных из разнородных источников. ETL/ELT процессы. Подготовка данных к загрузке в хранилище.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Консолидация. ETL. ELT. Хранилище данных. Агрегирование. Обогащение.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Л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BD-2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2.2.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С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34799906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Занятие 2.2. Интеграция данных из открытых источников и реализация ETL/ELT-процессов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ЛЗ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4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BD-2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PL-1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2.2.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1.3.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С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905870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882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471" y="545056"/>
            <a:ext cx="10400142" cy="878761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Структура, содержание. </a:t>
            </a:r>
            <a:br>
              <a:rPr lang="ru-RU" dirty="0">
                <a:solidFill>
                  <a:schemeClr val="bg1"/>
                </a:solidFill>
              </a:rPr>
            </a:br>
            <a:endParaRPr lang="ru-RU" sz="2700" dirty="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10" name="Скругленный прямоугольник 7">
            <a:extLst>
              <a:ext uri="{FF2B5EF4-FFF2-40B4-BE49-F238E27FC236}">
                <a16:creationId xmlns:a16="http://schemas.microsoft.com/office/drawing/2014/main" id="{823FE40A-9641-D4B7-C2FE-9B9A8B21CD62}"/>
              </a:ext>
            </a:extLst>
          </p:cNvPr>
          <p:cNvSpPr/>
          <p:nvPr/>
        </p:nvSpPr>
        <p:spPr>
          <a:xfrm>
            <a:off x="337522" y="1085780"/>
            <a:ext cx="11516952" cy="5710793"/>
          </a:xfrm>
          <a:prstGeom prst="roundRect">
            <a:avLst>
              <a:gd name="adj" fmla="val 353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D8C0C07A-42B1-4A24-3FCE-68C22B46D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082527"/>
              </p:ext>
            </p:extLst>
          </p:nvPr>
        </p:nvGraphicFramePr>
        <p:xfrm>
          <a:off x="405732" y="1156772"/>
          <a:ext cx="11380533" cy="5398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4146">
                  <a:extLst>
                    <a:ext uri="{9D8B030D-6E8A-4147-A177-3AD203B41FA5}">
                      <a16:colId xmlns:a16="http://schemas.microsoft.com/office/drawing/2014/main" val="1382863615"/>
                    </a:ext>
                  </a:extLst>
                </a:gridCol>
                <a:gridCol w="3529998">
                  <a:extLst>
                    <a:ext uri="{9D8B030D-6E8A-4147-A177-3AD203B41FA5}">
                      <a16:colId xmlns:a16="http://schemas.microsoft.com/office/drawing/2014/main" val="3742233228"/>
                    </a:ext>
                  </a:extLst>
                </a:gridCol>
                <a:gridCol w="740496">
                  <a:extLst>
                    <a:ext uri="{9D8B030D-6E8A-4147-A177-3AD203B41FA5}">
                      <a16:colId xmlns:a16="http://schemas.microsoft.com/office/drawing/2014/main" val="224698077"/>
                    </a:ext>
                  </a:extLst>
                </a:gridCol>
                <a:gridCol w="802203">
                  <a:extLst>
                    <a:ext uri="{9D8B030D-6E8A-4147-A177-3AD203B41FA5}">
                      <a16:colId xmlns:a16="http://schemas.microsoft.com/office/drawing/2014/main" val="3505706703"/>
                    </a:ext>
                  </a:extLst>
                </a:gridCol>
                <a:gridCol w="1093914">
                  <a:extLst>
                    <a:ext uri="{9D8B030D-6E8A-4147-A177-3AD203B41FA5}">
                      <a16:colId xmlns:a16="http://schemas.microsoft.com/office/drawing/2014/main" val="2053360892"/>
                    </a:ext>
                  </a:extLst>
                </a:gridCol>
                <a:gridCol w="902426">
                  <a:extLst>
                    <a:ext uri="{9D8B030D-6E8A-4147-A177-3AD203B41FA5}">
                      <a16:colId xmlns:a16="http://schemas.microsoft.com/office/drawing/2014/main" val="3740051877"/>
                    </a:ext>
                  </a:extLst>
                </a:gridCol>
                <a:gridCol w="797350">
                  <a:extLst>
                    <a:ext uri="{9D8B030D-6E8A-4147-A177-3AD203B41FA5}">
                      <a16:colId xmlns:a16="http://schemas.microsoft.com/office/drawing/2014/main" val="1064094072"/>
                    </a:ext>
                  </a:extLst>
                </a:gridCol>
              </a:tblGrid>
              <a:tr h="493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Элемент дисциплины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Содержание (тематические сущности)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Форма занятия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Объем,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</a:rPr>
                        <a:t>ак.ч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Компетенция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Индикатор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Уровень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909695399"/>
                  </a:ext>
                </a:extLst>
              </a:tr>
              <a:tr h="493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 3. Технологии и инструменты обработки данных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BD-</a:t>
                      </a:r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PL-1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4.1, 4.3 1.3</a:t>
                      </a: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П, П</a:t>
                      </a:r>
                    </a:p>
                    <a:p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</a:p>
                  </a:txBody>
                  <a:tcPr>
                    <a:solidFill>
                      <a:srgbClr val="2B7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206550"/>
                  </a:ext>
                </a:extLst>
              </a:tr>
              <a:tr h="493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Занятие 3.1. Пакетная и потоковая обработка данных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Пакетная обработка. Потоковая обработка. Латентность.   Оконные функции. 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Л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BD-4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4.1. </a:t>
                      </a:r>
                      <a:endParaRPr lang="ru-RU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С</a:t>
                      </a:r>
                      <a:endParaRPr lang="ru-RU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340716016"/>
                  </a:ext>
                </a:extLst>
              </a:tr>
              <a:tr h="493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Занятие 3.2. Распределённая обработка данных; 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MPP-системы;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Экосистема Apache Hadoop; Spark/Trino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Распределенные системы. Файловая система. Менеджер ресурсов. Модель вычислений. 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Л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r>
                        <a:rPr lang="en-US" sz="1100">
                          <a:effectLst/>
                          <a:latin typeface="Times New Roman" panose="02020603050405020304" pitchFamily="18" charset="0"/>
                        </a:rPr>
                        <a:t>BD-4</a:t>
                      </a:r>
                      <a:endParaRPr lang="en-US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4.1.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С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920701528"/>
                  </a:ext>
                </a:extLst>
              </a:tr>
              <a:tr h="493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Занятие 3.3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Развертывание распределенного хранилища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ЛЗ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r>
                        <a:rPr lang="en-US" sz="1100">
                          <a:effectLst/>
                          <a:latin typeface="Times New Roman" panose="02020603050405020304" pitchFamily="18" charset="0"/>
                        </a:rPr>
                        <a:t>BD-4</a:t>
                      </a:r>
                      <a:endParaRPr lang="en-US" sz="110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r>
                        <a:rPr lang="en-US" sz="1100">
                          <a:effectLst/>
                          <a:latin typeface="Times New Roman" panose="02020603050405020304" pitchFamily="18" charset="0"/>
                        </a:rPr>
                        <a:t>PL-1</a:t>
                      </a:r>
                      <a:endParaRPr lang="en-US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4.1.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1.3.</a:t>
                      </a:r>
                      <a:endParaRPr lang="ru-RU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С</a:t>
                      </a:r>
                      <a:endParaRPr lang="ru-RU" sz="110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en-US" sz="1100"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  <a:endParaRPr lang="en-US" sz="110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5242917"/>
                  </a:ext>
                </a:extLst>
              </a:tr>
              <a:tr h="493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Задание 3.4. Формирование детального слоя данных (DDS) с использованием Apache Spark: очистка, преобразование, объединение и загрузка данных в целевое хранилище</a:t>
                      </a:r>
                      <a:endParaRPr lang="ru-RU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ЛЗ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ru-RU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</a:rPr>
                        <a:t>BD-4</a:t>
                      </a:r>
                      <a:r>
                        <a:rPr lang="en-US" sz="1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</a:rPr>
                        <a:t>PL-1</a:t>
                      </a:r>
                      <a:endParaRPr lang="en-US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4.1.</a:t>
                      </a:r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1.3.</a:t>
                      </a:r>
                      <a:endParaRPr lang="ru-RU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П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С</a:t>
                      </a:r>
                      <a:endParaRPr lang="ru-RU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4180536837"/>
                  </a:ext>
                </a:extLst>
              </a:tr>
              <a:tr h="493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Задание 3.5. Показатели качества данных (DQ). 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</a:rPr>
                        <a:t>Оркестрация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 конвейеров данных. Знакомство с 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</a:rPr>
                        <a:t>OpenMetadata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: Data 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</a:rPr>
                        <a:t>Lineage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полнота, точность, согласованность, уникальность,</a:t>
                      </a:r>
                      <a:r>
                        <a:rPr lang="ru-RU" sz="1100">
                          <a:effectLst/>
                        </a:rPr>
                        <a:t> 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пропускная способность, задержка, масштабируемость, надежность, отказоустойчивость, мониторинг, логирование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Л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r>
                        <a:rPr lang="en-US" sz="1100">
                          <a:effectLst/>
                          <a:latin typeface="Times New Roman" panose="02020603050405020304" pitchFamily="18" charset="0"/>
                        </a:rPr>
                        <a:t>BD-4</a:t>
                      </a:r>
                      <a:endParaRPr lang="en-US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4.3.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 С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238714067"/>
                  </a:ext>
                </a:extLst>
              </a:tr>
              <a:tr h="493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Задание 3.6. Организация 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</a:rPr>
                        <a:t>оркестрации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 ETL/ELT процессов хранилища с помощью Apache 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</a:rPr>
                        <a:t>Airflow</a:t>
                      </a:r>
                      <a:endParaRPr lang="ru-RU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ЛЗ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ru-RU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r>
                        <a:rPr lang="en-US" sz="1100">
                          <a:effectLst/>
                          <a:latin typeface="Times New Roman" panose="02020603050405020304" pitchFamily="18" charset="0"/>
                        </a:rPr>
                        <a:t>BD-4</a:t>
                      </a:r>
                      <a:endParaRPr lang="en-US" sz="110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r>
                        <a:rPr lang="en-US" sz="1100">
                          <a:effectLst/>
                          <a:latin typeface="Times New Roman" panose="02020603050405020304" pitchFamily="18" charset="0"/>
                        </a:rPr>
                        <a:t>PL-1</a:t>
                      </a:r>
                      <a:endParaRPr lang="en-US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4.3.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1.3.</a:t>
                      </a:r>
                      <a:endParaRPr lang="ru-RU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С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sz="1100" dirty="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229865248"/>
                  </a:ext>
                </a:extLst>
              </a:tr>
              <a:tr h="493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Задание 3.7. Формирование Data 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</a:rPr>
                        <a:t>Lineage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 и проверок качества данных на базе </a:t>
                      </a:r>
                      <a:r>
                        <a:rPr lang="ru-RU" sz="1100" dirty="0" err="1">
                          <a:effectLst/>
                          <a:latin typeface="Times New Roman" panose="02020603050405020304" pitchFamily="18" charset="0"/>
                        </a:rPr>
                        <a:t>OpenMetadata</a:t>
                      </a:r>
                      <a:endParaRPr lang="ru-RU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r>
                        <a:rPr lang="ru-RU" sz="1100">
                          <a:effectLst/>
                          <a:latin typeface="Times New Roman" panose="02020603050405020304" pitchFamily="18" charset="0"/>
                        </a:rPr>
                        <a:t>ЛЗ</a:t>
                      </a:r>
                      <a:endParaRPr lang="ru-RU" sz="11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ru-RU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</a:rPr>
                        <a:t>BD-4</a:t>
                      </a:r>
                      <a:endParaRPr lang="en-US" sz="1100" dirty="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</a:rPr>
                        <a:t>PL-1</a:t>
                      </a:r>
                      <a:endParaRPr lang="en-US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4.3.</a:t>
                      </a:r>
                      <a:endParaRPr lang="ru-RU" sz="1100" dirty="0">
                        <a:effectLst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</a:rPr>
                        <a:t>1.3.</a:t>
                      </a:r>
                      <a:endParaRPr lang="ru-RU" sz="11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П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 C 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036894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007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1633"/>
            <a:ext cx="10400142" cy="878761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Структура, содержание. </a:t>
            </a:r>
            <a:br>
              <a:rPr lang="ru-RU" dirty="0">
                <a:solidFill>
                  <a:schemeClr val="bg1"/>
                </a:solidFill>
              </a:rPr>
            </a:br>
            <a:endParaRPr lang="ru-RU" sz="2700" dirty="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D0B2A8C-4966-E62C-16D2-22E73CF8EC6E}"/>
              </a:ext>
            </a:extLst>
          </p:cNvPr>
          <p:cNvSpPr/>
          <p:nvPr/>
        </p:nvSpPr>
        <p:spPr>
          <a:xfrm>
            <a:off x="633910" y="2234543"/>
            <a:ext cx="10559554" cy="3865508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5590241D-BDC3-A763-1DF3-106D258016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5803712"/>
              </p:ext>
            </p:extLst>
          </p:nvPr>
        </p:nvGraphicFramePr>
        <p:xfrm>
          <a:off x="844626" y="2498517"/>
          <a:ext cx="10138121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617">
                  <a:extLst>
                    <a:ext uri="{9D8B030D-6E8A-4147-A177-3AD203B41FA5}">
                      <a16:colId xmlns:a16="http://schemas.microsoft.com/office/drawing/2014/main" val="2594656631"/>
                    </a:ext>
                  </a:extLst>
                </a:gridCol>
                <a:gridCol w="2490756">
                  <a:extLst>
                    <a:ext uri="{9D8B030D-6E8A-4147-A177-3AD203B41FA5}">
                      <a16:colId xmlns:a16="http://schemas.microsoft.com/office/drawing/2014/main" val="2539349236"/>
                    </a:ext>
                  </a:extLst>
                </a:gridCol>
                <a:gridCol w="706840">
                  <a:extLst>
                    <a:ext uri="{9D8B030D-6E8A-4147-A177-3AD203B41FA5}">
                      <a16:colId xmlns:a16="http://schemas.microsoft.com/office/drawing/2014/main" val="3152266463"/>
                    </a:ext>
                  </a:extLst>
                </a:gridCol>
                <a:gridCol w="751712">
                  <a:extLst>
                    <a:ext uri="{9D8B030D-6E8A-4147-A177-3AD203B41FA5}">
                      <a16:colId xmlns:a16="http://schemas.microsoft.com/office/drawing/2014/main" val="856734871"/>
                    </a:ext>
                  </a:extLst>
                </a:gridCol>
                <a:gridCol w="824643">
                  <a:extLst>
                    <a:ext uri="{9D8B030D-6E8A-4147-A177-3AD203B41FA5}">
                      <a16:colId xmlns:a16="http://schemas.microsoft.com/office/drawing/2014/main" val="314794784"/>
                    </a:ext>
                  </a:extLst>
                </a:gridCol>
                <a:gridCol w="1214800">
                  <a:extLst>
                    <a:ext uri="{9D8B030D-6E8A-4147-A177-3AD203B41FA5}">
                      <a16:colId xmlns:a16="http://schemas.microsoft.com/office/drawing/2014/main" val="673566408"/>
                    </a:ext>
                  </a:extLst>
                </a:gridCol>
                <a:gridCol w="1124753">
                  <a:extLst>
                    <a:ext uri="{9D8B030D-6E8A-4147-A177-3AD203B41FA5}">
                      <a16:colId xmlns:a16="http://schemas.microsoft.com/office/drawing/2014/main" val="2086001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Элемент дисциплины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Содержание (тематические сущности)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Форма занятия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Объем,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</a:rPr>
                        <a:t>ак.ч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Компетенция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Индикатор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</a:rPr>
                        <a:t>Уровень</a:t>
                      </a:r>
                      <a:endParaRPr lang="ru-RU" sz="12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57730552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 4. Технологии организации инфраструктуры больших данных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BD-</a:t>
                      </a: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</a:t>
                      </a:r>
                    </a:p>
                  </a:txBody>
                  <a:tcPr>
                    <a:solidFill>
                      <a:srgbClr val="2B79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1600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2B79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088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Занятие 4.1. Архитектура инфраструктуры хранения больших данных. Управление информационной инфраструктурой. 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r>
                        <a:rPr lang="ru-RU" sz="1400">
                          <a:effectLst/>
                          <a:latin typeface="Times New Roman" panose="02020603050405020304" pitchFamily="18" charset="0"/>
                        </a:rPr>
                        <a:t>Горизонтальное и вертикальное масштабирование. Компоненты инфраструктуры больших данных</a:t>
                      </a:r>
                      <a:endParaRPr lang="ru-RU" sz="14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r>
                        <a:rPr lang="ru-RU" sz="1400">
                          <a:effectLst/>
                          <a:latin typeface="Times New Roman" panose="02020603050405020304" pitchFamily="18" charset="0"/>
                        </a:rPr>
                        <a:t>Л</a:t>
                      </a:r>
                      <a:endParaRPr lang="ru-RU" sz="14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BD-5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5.1. 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С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34799906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Занятие 4.2. 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Проектирование прототипа масштабируемой инфраструктуры больших данных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ЛЗ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</a:rPr>
                        <a:t>BD-5</a:t>
                      </a:r>
                      <a:endParaRPr lang="en-US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5.1.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С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905870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157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2883"/>
            <a:ext cx="10400142" cy="878761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Структура, содержание. </a:t>
            </a:r>
            <a:br>
              <a:rPr lang="ru-RU" dirty="0">
                <a:solidFill>
                  <a:schemeClr val="bg1"/>
                </a:solidFill>
              </a:rPr>
            </a:br>
            <a:endParaRPr lang="ru-RU" sz="2700" dirty="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D0B2A8C-4966-E62C-16D2-22E73CF8EC6E}"/>
              </a:ext>
            </a:extLst>
          </p:cNvPr>
          <p:cNvSpPr/>
          <p:nvPr/>
        </p:nvSpPr>
        <p:spPr>
          <a:xfrm>
            <a:off x="722742" y="1979067"/>
            <a:ext cx="10559554" cy="4028193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5590241D-BDC3-A763-1DF3-106D258016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413449"/>
              </p:ext>
            </p:extLst>
          </p:nvPr>
        </p:nvGraphicFramePr>
        <p:xfrm>
          <a:off x="909704" y="2164805"/>
          <a:ext cx="10138121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736">
                  <a:extLst>
                    <a:ext uri="{9D8B030D-6E8A-4147-A177-3AD203B41FA5}">
                      <a16:colId xmlns:a16="http://schemas.microsoft.com/office/drawing/2014/main" val="2594656631"/>
                    </a:ext>
                  </a:extLst>
                </a:gridCol>
                <a:gridCol w="1767092">
                  <a:extLst>
                    <a:ext uri="{9D8B030D-6E8A-4147-A177-3AD203B41FA5}">
                      <a16:colId xmlns:a16="http://schemas.microsoft.com/office/drawing/2014/main" val="2539349236"/>
                    </a:ext>
                  </a:extLst>
                </a:gridCol>
                <a:gridCol w="1013385">
                  <a:extLst>
                    <a:ext uri="{9D8B030D-6E8A-4147-A177-3AD203B41FA5}">
                      <a16:colId xmlns:a16="http://schemas.microsoft.com/office/drawing/2014/main" val="3152266463"/>
                    </a:ext>
                  </a:extLst>
                </a:gridCol>
                <a:gridCol w="751712">
                  <a:extLst>
                    <a:ext uri="{9D8B030D-6E8A-4147-A177-3AD203B41FA5}">
                      <a16:colId xmlns:a16="http://schemas.microsoft.com/office/drawing/2014/main" val="856734871"/>
                    </a:ext>
                  </a:extLst>
                </a:gridCol>
                <a:gridCol w="824643">
                  <a:extLst>
                    <a:ext uri="{9D8B030D-6E8A-4147-A177-3AD203B41FA5}">
                      <a16:colId xmlns:a16="http://schemas.microsoft.com/office/drawing/2014/main" val="314794784"/>
                    </a:ext>
                  </a:extLst>
                </a:gridCol>
                <a:gridCol w="1214800">
                  <a:extLst>
                    <a:ext uri="{9D8B030D-6E8A-4147-A177-3AD203B41FA5}">
                      <a16:colId xmlns:a16="http://schemas.microsoft.com/office/drawing/2014/main" val="673566408"/>
                    </a:ext>
                  </a:extLst>
                </a:gridCol>
                <a:gridCol w="1124753">
                  <a:extLst>
                    <a:ext uri="{9D8B030D-6E8A-4147-A177-3AD203B41FA5}">
                      <a16:colId xmlns:a16="http://schemas.microsoft.com/office/drawing/2014/main" val="2086001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Элемент дисциплины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Содержание (тематические сущности)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Форма занятия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Объем,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ак.ч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Компетенция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Индикатор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Уровень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57730552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Проектная работа в команде. </a:t>
                      </a:r>
                      <a:b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архитектуры и прототипа инфраструктуры Big Data для сбора, хранения и обработки данных в рамках выбранной предметной области. Формирование ML модели на базе собранных данных</a:t>
                      </a:r>
                    </a:p>
                  </a:txBody>
                  <a:tcPr marL="38100" marR="38100" marT="38100" marB="38100"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8100" marR="38100" marT="38100" marB="38100"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РГР</a:t>
                      </a:r>
                    </a:p>
                  </a:txBody>
                  <a:tcPr marL="38100" marR="38100" marT="38100" marB="38100"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18</a:t>
                      </a:r>
                    </a:p>
                  </a:txBody>
                  <a:tcPr marL="38100" marR="38100" marT="38100" marB="38100"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BD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-5</a:t>
                      </a:r>
                      <a:endParaRPr lang="ru-RU" sz="1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PL-1</a:t>
                      </a:r>
                      <a:endParaRPr lang="ru-RU" sz="1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SS-2</a:t>
                      </a:r>
                    </a:p>
                  </a:txBody>
                  <a:tcPr marL="38100" marR="38100" marT="38100" marB="38100"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BD-2.2, 3.1, 4.1, 4.3, 5.1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SS-2.1 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8100" marR="38100" marT="38100" marB="38100"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С, С, 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П, П, С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Б, С</a:t>
                      </a:r>
                    </a:p>
                  </a:txBody>
                  <a:tcPr marL="38100" marR="38100" marT="38100" marB="38100" anchor="ctr"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088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ru-RU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Самостоятельная работа </a:t>
                      </a: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(СРС)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36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347999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Подготовка к экзамену (контроль)</a:t>
                      </a:r>
                    </a:p>
                  </a:txBody>
                  <a:tcPr marL="38100" marR="38100" marT="38100" marB="38100" anchor="ctr"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36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90587099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промежуточного контроля</a:t>
                      </a:r>
                    </a:p>
                  </a:txBody>
                  <a:tcPr marL="38100" marR="38100" marT="38100" marB="38100" anchor="ctr"/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Экзамен, РГР</a:t>
                      </a:r>
                    </a:p>
                  </a:txBody>
                  <a:tcPr marL="38100" marR="38100" marT="38100" marB="38100" anchor="ctr"/>
                </a:tc>
                <a:tc hMerge="1">
                  <a:txBody>
                    <a:bodyPr/>
                    <a:lstStyle/>
                    <a:p>
                      <a:endParaRPr lang="ru-RU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26394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ИТОГО</a:t>
                      </a:r>
                    </a:p>
                  </a:txBody>
                  <a:tcPr marL="38100" marR="38100" marT="38100" marB="38100" anchor="ctr"/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 ч. Л, 36 ч. ЛЗ, 18 ч. РГР, 36 ч. СРС, 36 ч. Э = 144 ч.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38100" anchor="ctr"/>
                </a:tc>
                <a:tc hMerge="1">
                  <a:txBody>
                    <a:bodyPr/>
                    <a:lstStyle/>
                    <a:p>
                      <a:endParaRPr lang="ru-RU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3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380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7633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CC34D69-4AE1-A850-22D7-C0226B3B530D}"/>
              </a:ext>
            </a:extLst>
          </p:cNvPr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6FE21C-8F2B-E1DE-47FD-E7F3E2DDC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296477"/>
            <a:ext cx="3427673" cy="4808695"/>
          </a:xfrm>
          <a:prstGeom prst="rect">
            <a:avLst/>
          </a:prstGeom>
        </p:spPr>
      </p:pic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7DCE3389-3903-2BAF-7D53-58063E9D5361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85339B1-9E64-5581-444A-605C5AE9C54A}"/>
              </a:ext>
            </a:extLst>
          </p:cNvPr>
          <p:cNvSpPr/>
          <p:nvPr/>
        </p:nvSpPr>
        <p:spPr>
          <a:xfrm>
            <a:off x="377761" y="1318307"/>
            <a:ext cx="5174889" cy="5187118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5E2579AB-0D1D-8775-67D4-2AB356862038}"/>
              </a:ext>
            </a:extLst>
          </p:cNvPr>
          <p:cNvSpPr/>
          <p:nvPr/>
        </p:nvSpPr>
        <p:spPr>
          <a:xfrm>
            <a:off x="6185373" y="1183671"/>
            <a:ext cx="5628866" cy="5377853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2E4A4-3F15-63A9-8864-D608B8D4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609" y="355499"/>
            <a:ext cx="2460373" cy="962808"/>
          </a:xfrm>
        </p:spPr>
        <p:txBody>
          <a:bodyPr>
            <a:normAutofit/>
          </a:bodyPr>
          <a:lstStyle/>
          <a:p>
            <a:r>
              <a:rPr lang="ru-RU" sz="2400" dirty="0" err="1">
                <a:solidFill>
                  <a:schemeClr val="bg1"/>
                </a:solidFill>
              </a:rPr>
              <a:t>Пререквизиты</a:t>
            </a:r>
            <a:endParaRPr lang="ru-RU" sz="2400" dirty="0">
              <a:solidFill>
                <a:schemeClr val="bg1"/>
              </a:solidFill>
            </a:endParaRPr>
          </a:p>
        </p:txBody>
      </p:sp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2AB802F3-FFBC-9BAC-1804-57868F3EBF2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35688052"/>
              </p:ext>
            </p:extLst>
          </p:nvPr>
        </p:nvGraphicFramePr>
        <p:xfrm>
          <a:off x="664097" y="1598798"/>
          <a:ext cx="4536202" cy="4886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AE22606-D41F-53D6-E89F-AFD443E1A278}"/>
              </a:ext>
            </a:extLst>
          </p:cNvPr>
          <p:cNvSpPr txBox="1">
            <a:spLocks/>
          </p:cNvSpPr>
          <p:nvPr/>
        </p:nvSpPr>
        <p:spPr>
          <a:xfrm>
            <a:off x="6527524" y="355499"/>
            <a:ext cx="3524578" cy="962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Golos Text DemiBold" panose="020B0503020202020204" pitchFamily="34" charset="0"/>
                <a:cs typeface="+mj-cs"/>
              </a:defRPr>
            </a:lvl1pPr>
          </a:lstStyle>
          <a:p>
            <a:r>
              <a:rPr lang="ru-RU" sz="2400" dirty="0" err="1">
                <a:solidFill>
                  <a:schemeClr val="bg1"/>
                </a:solidFill>
              </a:rPr>
              <a:t>Постреквизиты</a:t>
            </a:r>
            <a:endParaRPr lang="ru-RU" sz="2400" dirty="0">
              <a:solidFill>
                <a:schemeClr val="bg1"/>
              </a:solidFill>
            </a:endParaRPr>
          </a:p>
        </p:txBody>
      </p:sp>
      <p:graphicFrame>
        <p:nvGraphicFramePr>
          <p:cNvPr id="12" name="Объект 10">
            <a:extLst>
              <a:ext uri="{FF2B5EF4-FFF2-40B4-BE49-F238E27FC236}">
                <a16:creationId xmlns:a16="http://schemas.microsoft.com/office/drawing/2014/main" id="{4495D95C-CE84-A92C-C1EB-3334687BE9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3046786"/>
              </p:ext>
            </p:extLst>
          </p:nvPr>
        </p:nvGraphicFramePr>
        <p:xfrm>
          <a:off x="6489899" y="1318308"/>
          <a:ext cx="5181600" cy="5243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269211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B7BBF-72B7-AF68-4191-A926AAE3D3C2}"/>
              </a:ext>
            </a:extLst>
          </p:cNvPr>
          <p:cNvSpPr/>
          <p:nvPr/>
        </p:nvSpPr>
        <p:spPr>
          <a:xfrm>
            <a:off x="1" y="-182824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284" y="707281"/>
            <a:ext cx="10400142" cy="878761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Смежные дисциплины</a:t>
            </a:r>
            <a:br>
              <a:rPr lang="ru-RU" dirty="0">
                <a:solidFill>
                  <a:schemeClr val="bg1"/>
                </a:solidFill>
              </a:rPr>
            </a:br>
            <a:endParaRPr lang="ru-RU" sz="2700" dirty="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D0B2A8C-4966-E62C-16D2-22E73CF8EC6E}"/>
              </a:ext>
            </a:extLst>
          </p:cNvPr>
          <p:cNvSpPr/>
          <p:nvPr/>
        </p:nvSpPr>
        <p:spPr>
          <a:xfrm>
            <a:off x="1357574" y="1630415"/>
            <a:ext cx="8167893" cy="3526107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4A3A9A9F-C063-044B-7F3D-7A38A151C2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3548009"/>
              </p:ext>
            </p:extLst>
          </p:nvPr>
        </p:nvGraphicFramePr>
        <p:xfrm>
          <a:off x="1785169" y="1814281"/>
          <a:ext cx="7263464" cy="3252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738CB171-5C55-F1C6-28D8-BFA8F702C754}"/>
              </a:ext>
            </a:extLst>
          </p:cNvPr>
          <p:cNvSpPr txBox="1">
            <a:spLocks/>
          </p:cNvSpPr>
          <p:nvPr/>
        </p:nvSpPr>
        <p:spPr>
          <a:xfrm>
            <a:off x="999481" y="5200895"/>
            <a:ext cx="10400142" cy="1309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Golos Text DemiBold" panose="020B0503020202020204" pitchFamily="34" charset="0"/>
                <a:cs typeface="+mj-cs"/>
              </a:defRPr>
            </a:lvl1pPr>
          </a:lstStyle>
          <a:p>
            <a:r>
              <a:rPr lang="ru-RU" sz="2200" b="0" dirty="0">
                <a:solidFill>
                  <a:schemeClr val="bg1"/>
                </a:solidFill>
              </a:rPr>
              <a:t>Реализуется в соответствии с учебным планом по направлению 09.03.02 «Информационные системы и технологии» и КРМ в сфере ИИ</a:t>
            </a:r>
          </a:p>
          <a:p>
            <a:endParaRPr lang="ru-RU" sz="2200" b="0" dirty="0">
              <a:solidFill>
                <a:schemeClr val="bg1"/>
              </a:solidFill>
            </a:endParaRPr>
          </a:p>
          <a:p>
            <a:r>
              <a:rPr lang="ru-RU" sz="2200" b="0" dirty="0">
                <a:solidFill>
                  <a:schemeClr val="bg1"/>
                </a:solidFill>
              </a:rPr>
              <a:t>Дисциплина изучается на 3 курсе образовательного цикла, в 5 семестре</a:t>
            </a:r>
          </a:p>
        </p:txBody>
      </p:sp>
    </p:spTree>
    <p:extLst>
      <p:ext uri="{BB962C8B-B14F-4D97-AF65-F5344CB8AC3E}">
        <p14:creationId xmlns:p14="http://schemas.microsoft.com/office/powerpoint/2010/main" val="3518899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7044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Система оценки результатов обучения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43D27C1F-0F99-7384-364C-4CD9764C3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067216"/>
              </p:ext>
            </p:extLst>
          </p:nvPr>
        </p:nvGraphicFramePr>
        <p:xfrm>
          <a:off x="444109" y="2053442"/>
          <a:ext cx="11303780" cy="355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184">
                  <a:extLst>
                    <a:ext uri="{9D8B030D-6E8A-4147-A177-3AD203B41FA5}">
                      <a16:colId xmlns:a16="http://schemas.microsoft.com/office/drawing/2014/main" val="4210397698"/>
                    </a:ext>
                  </a:extLst>
                </a:gridCol>
                <a:gridCol w="7723596">
                  <a:extLst>
                    <a:ext uri="{9D8B030D-6E8A-4147-A177-3AD203B41FA5}">
                      <a16:colId xmlns:a16="http://schemas.microsoft.com/office/drawing/2014/main" val="2383592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Название модуля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Наименование оценочного средства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039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Модуль 1. Модели хранения данных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Тестирование. </a:t>
                      </a:r>
                      <a:endParaRPr lang="ru-RU" sz="1400" dirty="0">
                        <a:effectLst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Лабораторная работа.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214962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Модуль 2. Подготовка данных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Коллоквиум (устный опрос). </a:t>
                      </a:r>
                      <a:endParaRPr lang="ru-RU" sz="1400" dirty="0">
                        <a:effectLst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Тестирование.</a:t>
                      </a:r>
                      <a:endParaRPr lang="ru-RU" sz="1400" dirty="0">
                        <a:effectLst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Лабораторная работа.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0608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Модуль 3. Технологии и инструменты обработки данных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Контрольная работа.</a:t>
                      </a:r>
                      <a:endParaRPr lang="ru-RU" sz="1400" dirty="0">
                        <a:effectLst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Лабораторная работа. 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373417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Модуль 4. Технологии организации инфраструктуры больших данных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Тестирование. </a:t>
                      </a:r>
                      <a:endParaRPr lang="ru-RU" sz="1400" dirty="0">
                        <a:effectLst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Лабораторная работа.</a:t>
                      </a:r>
                      <a:endParaRPr lang="ru-RU" sz="1400" dirty="0">
                        <a:effectLst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 Перечень вопросов, выносимых на промежуточную аттестацию.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978761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r>
                        <a:rPr lang="ru-RU" sz="1400">
                          <a:effectLst/>
                          <a:latin typeface="Times New Roman" panose="02020603050405020304" pitchFamily="18" charset="0"/>
                        </a:rPr>
                        <a:t>Проектная работа</a:t>
                      </a:r>
                      <a:endParaRPr lang="ru-RU" sz="140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Итоговый</a:t>
                      </a: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проект.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922087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Экзамен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</a:rPr>
                        <a:t>Билеты</a:t>
                      </a:r>
                      <a:endParaRPr lang="ru-RU" sz="1400" dirty="0"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468834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399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D3C52-D36E-B5D8-1B74-D1C2DD62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D49AB9E-48D7-E2B7-2537-BD7A755A5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6173"/>
            <a:ext cx="848531" cy="19355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14C6743-F301-E900-1780-71324529E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175" y="1531743"/>
            <a:ext cx="3950825" cy="554262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A99AA-9194-4CB0-7B95-EC429B313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443" y="1867175"/>
            <a:ext cx="9144000" cy="1714723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>
                <a:solidFill>
                  <a:srgbClr val="014189"/>
                </a:solidFill>
              </a:rPr>
              <a:t>Спасибо</a:t>
            </a:r>
            <a:br>
              <a:rPr lang="ru-RU" dirty="0">
                <a:solidFill>
                  <a:srgbClr val="014189"/>
                </a:solidFill>
              </a:rPr>
            </a:br>
            <a:r>
              <a:rPr lang="ru-RU" dirty="0">
                <a:solidFill>
                  <a:srgbClr val="014189"/>
                </a:solidFill>
              </a:rPr>
              <a:t>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EB930A-16BD-7DC1-CCCA-29C950911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443" y="3822096"/>
            <a:ext cx="4226536" cy="91079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2000" dirty="0">
                <a:solidFill>
                  <a:srgbClr val="014189"/>
                </a:solidFill>
              </a:rPr>
              <a:t>Команда №50. </a:t>
            </a:r>
          </a:p>
          <a:p>
            <a:pPr algn="l"/>
            <a:r>
              <a:rPr lang="ru-RU" sz="2000" dirty="0">
                <a:solidFill>
                  <a:srgbClr val="014189"/>
                </a:solidFill>
              </a:rPr>
              <a:t>ДПО «Преподавание современного ИИ на топ-уровне: системное видение»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57B91C-B786-81AC-ADAC-261E92165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43" y="386289"/>
            <a:ext cx="5322298" cy="329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46CD3E4-EC7E-D110-993A-6658A5C51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323" y="391785"/>
            <a:ext cx="1692234" cy="32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058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1550</Words>
  <Application>Microsoft Office PowerPoint</Application>
  <PresentationFormat>Широкоэкранный</PresentationFormat>
  <Paragraphs>349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Aptos</vt:lpstr>
      <vt:lpstr>Arial</vt:lpstr>
      <vt:lpstr>Golos Text</vt:lpstr>
      <vt:lpstr>Golos Text DemiBold</vt:lpstr>
      <vt:lpstr>Times New Roman</vt:lpstr>
      <vt:lpstr>Тема Office</vt:lpstr>
      <vt:lpstr>Технологии хранения и обработки больших данных</vt:lpstr>
      <vt:lpstr>Цель освоения дисциплины</vt:lpstr>
      <vt:lpstr>Задачи</vt:lpstr>
      <vt:lpstr>Задачи</vt:lpstr>
      <vt:lpstr>Структура, содержание.  </vt:lpstr>
      <vt:lpstr>Структура, содержание.  </vt:lpstr>
      <vt:lpstr>Структура, содержание.  </vt:lpstr>
      <vt:lpstr>Структура, содержание.  </vt:lpstr>
      <vt:lpstr>Структура, содержание.  </vt:lpstr>
      <vt:lpstr>Пререквизиты</vt:lpstr>
      <vt:lpstr>Смежные дисциплины </vt:lpstr>
      <vt:lpstr>Система оценки результатов обучения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Будуева Ольга Олеговна</dc:creator>
  <cp:lastModifiedBy>Пользователь</cp:lastModifiedBy>
  <cp:revision>12</cp:revision>
  <dcterms:created xsi:type="dcterms:W3CDTF">2026-06-15T11:15:35Z</dcterms:created>
  <dcterms:modified xsi:type="dcterms:W3CDTF">2026-07-19T10:45:10Z</dcterms:modified>
</cp:coreProperties>
</file>